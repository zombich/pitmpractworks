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64" r:id="rId3"/>
    <p:sldId id="257" r:id="rId4"/>
    <p:sldId id="259" r:id="rId5"/>
    <p:sldId id="258" r:id="rId6"/>
    <p:sldId id="260" r:id="rId7"/>
    <p:sldId id="261" r:id="rId8"/>
    <p:sldId id="262" r:id="rId9"/>
    <p:sldId id="263" r:id="rId10"/>
    <p:sldId id="265" r:id="rId11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37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5_1">
  <dgm:title val=""/>
  <dgm:desc val=""/>
  <dgm:catLst>
    <dgm:cat type="accent5" pri="11100"/>
  </dgm:catLst>
  <dgm:styleLbl name="node0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5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5">
        <a:tint val="4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4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4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5">
        <a:alpha val="4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5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5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5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3B57FF6-9CD3-4828-851F-2DC3398D8C72}" type="doc">
      <dgm:prSet loTypeId="urn:microsoft.com/office/officeart/2005/8/layout/hProcess4" loCatId="process" qsTypeId="urn:microsoft.com/office/officeart/2005/8/quickstyle/simple1" qsCatId="simple" csTypeId="urn:microsoft.com/office/officeart/2005/8/colors/accent5_1" csCatId="accent5" phldr="1"/>
      <dgm:spPr/>
    </dgm:pt>
    <dgm:pt modelId="{24415B02-EDEB-453B-BBD6-17AEC2C6A351}">
      <dgm:prSet phldrT="[Текст]"/>
      <dgm:spPr/>
      <dgm:t>
        <a:bodyPr/>
        <a:lstStyle/>
        <a:p>
          <a:r>
            <a:rPr lang="ru-RU" dirty="0" smtClean="0"/>
            <a:t>Пользователь</a:t>
          </a:r>
          <a:endParaRPr lang="ru-RU" dirty="0"/>
        </a:p>
      </dgm:t>
    </dgm:pt>
    <dgm:pt modelId="{AF964533-A087-47EC-9A8C-30EF2D01F669}" type="parTrans" cxnId="{C03CA6E6-07BB-4A61-BDA3-9A6B62468896}">
      <dgm:prSet/>
      <dgm:spPr/>
      <dgm:t>
        <a:bodyPr/>
        <a:lstStyle/>
        <a:p>
          <a:endParaRPr lang="ru-RU"/>
        </a:p>
      </dgm:t>
    </dgm:pt>
    <dgm:pt modelId="{725038F7-5EEA-4E9F-8B90-877DBB088436}" type="sibTrans" cxnId="{C03CA6E6-07BB-4A61-BDA3-9A6B62468896}">
      <dgm:prSet/>
      <dgm:spPr/>
      <dgm:t>
        <a:bodyPr/>
        <a:lstStyle/>
        <a:p>
          <a:endParaRPr lang="ru-RU"/>
        </a:p>
      </dgm:t>
    </dgm:pt>
    <dgm:pt modelId="{5159CAB9-A452-49C2-90A9-032F8DEDD0ED}">
      <dgm:prSet phldrT="[Текст]"/>
      <dgm:spPr/>
      <dgm:t>
        <a:bodyPr/>
        <a:lstStyle/>
        <a:p>
          <a:r>
            <a:rPr lang="ru-RU" dirty="0" smtClean="0"/>
            <a:t>Интерфейс</a:t>
          </a:r>
          <a:endParaRPr lang="ru-RU" dirty="0"/>
        </a:p>
      </dgm:t>
    </dgm:pt>
    <dgm:pt modelId="{52E4DEB8-C28E-4BBF-BE06-24E126D63AD1}" type="parTrans" cxnId="{29A33B75-7FCF-4E7A-8D95-19C83100EC16}">
      <dgm:prSet/>
      <dgm:spPr/>
      <dgm:t>
        <a:bodyPr/>
        <a:lstStyle/>
        <a:p>
          <a:endParaRPr lang="ru-RU"/>
        </a:p>
      </dgm:t>
    </dgm:pt>
    <dgm:pt modelId="{8E8668CC-96A2-4A0E-B649-C5DB19CD71C9}" type="sibTrans" cxnId="{29A33B75-7FCF-4E7A-8D95-19C83100EC16}">
      <dgm:prSet/>
      <dgm:spPr/>
      <dgm:t>
        <a:bodyPr/>
        <a:lstStyle/>
        <a:p>
          <a:endParaRPr lang="ru-RU"/>
        </a:p>
      </dgm:t>
    </dgm:pt>
    <dgm:pt modelId="{1882B2E4-CA9B-4B91-BF64-EE4FD4AC2E45}">
      <dgm:prSet phldrT="[Текст]"/>
      <dgm:spPr/>
      <dgm:t>
        <a:bodyPr/>
        <a:lstStyle/>
        <a:p>
          <a:r>
            <a:rPr lang="ru-RU" dirty="0" smtClean="0"/>
            <a:t>Сервер</a:t>
          </a:r>
          <a:endParaRPr lang="ru-RU" dirty="0"/>
        </a:p>
      </dgm:t>
    </dgm:pt>
    <dgm:pt modelId="{A09C6932-2CCF-418A-A34A-259C159F40EB}" type="parTrans" cxnId="{C8CB53D3-444D-4950-9069-125A0C4A355F}">
      <dgm:prSet/>
      <dgm:spPr/>
      <dgm:t>
        <a:bodyPr/>
        <a:lstStyle/>
        <a:p>
          <a:endParaRPr lang="ru-RU"/>
        </a:p>
      </dgm:t>
    </dgm:pt>
    <dgm:pt modelId="{9FA45C74-6E19-484D-8F6A-8C1C5AA43B88}" type="sibTrans" cxnId="{C8CB53D3-444D-4950-9069-125A0C4A355F}">
      <dgm:prSet/>
      <dgm:spPr/>
      <dgm:t>
        <a:bodyPr/>
        <a:lstStyle/>
        <a:p>
          <a:endParaRPr lang="ru-RU"/>
        </a:p>
      </dgm:t>
    </dgm:pt>
    <dgm:pt modelId="{3FBBC6E2-9F04-4CE5-ACEA-C7DB0578E794}">
      <dgm:prSet/>
      <dgm:spPr/>
      <dgm:t>
        <a:bodyPr/>
        <a:lstStyle/>
        <a:p>
          <a:r>
            <a:rPr lang="ru-RU" dirty="0" smtClean="0"/>
            <a:t>База данных</a:t>
          </a:r>
          <a:endParaRPr lang="ru-RU" dirty="0"/>
        </a:p>
      </dgm:t>
    </dgm:pt>
    <dgm:pt modelId="{22B5D420-9A15-4C6C-B0BB-46BCBA507626}" type="parTrans" cxnId="{BE02B25E-CFE3-4E09-B76C-A75CA2AFD486}">
      <dgm:prSet/>
      <dgm:spPr/>
      <dgm:t>
        <a:bodyPr/>
        <a:lstStyle/>
        <a:p>
          <a:endParaRPr lang="ru-RU"/>
        </a:p>
      </dgm:t>
    </dgm:pt>
    <dgm:pt modelId="{D642F76A-F0E9-477D-8856-B03E7099DC03}" type="sibTrans" cxnId="{BE02B25E-CFE3-4E09-B76C-A75CA2AFD486}">
      <dgm:prSet/>
      <dgm:spPr/>
      <dgm:t>
        <a:bodyPr/>
        <a:lstStyle/>
        <a:p>
          <a:endParaRPr lang="ru-RU"/>
        </a:p>
      </dgm:t>
    </dgm:pt>
    <dgm:pt modelId="{0C3729C9-36E6-4B14-9399-0ED106C2AB30}">
      <dgm:prSet custT="1"/>
      <dgm:spPr/>
      <dgm:t>
        <a:bodyPr/>
        <a:lstStyle/>
        <a:p>
          <a:pPr algn="l"/>
          <a:r>
            <a:rPr lang="ru-RU" sz="2800" dirty="0" smtClean="0"/>
            <a:t>Взаимодействие с кнопками</a:t>
          </a:r>
          <a:endParaRPr lang="ru-RU" sz="2800" dirty="0"/>
        </a:p>
      </dgm:t>
    </dgm:pt>
    <dgm:pt modelId="{B01444CB-9865-43DC-9727-FEC5826ECE2C}" type="parTrans" cxnId="{04FAA083-730C-4F98-A378-55538E6E4E77}">
      <dgm:prSet/>
      <dgm:spPr/>
      <dgm:t>
        <a:bodyPr/>
        <a:lstStyle/>
        <a:p>
          <a:endParaRPr lang="ru-RU"/>
        </a:p>
      </dgm:t>
    </dgm:pt>
    <dgm:pt modelId="{92705A17-64D4-412A-B1BF-A93B1A859D23}" type="sibTrans" cxnId="{04FAA083-730C-4F98-A378-55538E6E4E77}">
      <dgm:prSet/>
      <dgm:spPr/>
      <dgm:t>
        <a:bodyPr/>
        <a:lstStyle/>
        <a:p>
          <a:endParaRPr lang="ru-RU"/>
        </a:p>
      </dgm:t>
    </dgm:pt>
    <dgm:pt modelId="{303CEDCF-BC2D-454B-8180-21342EB6DBFF}">
      <dgm:prSet/>
      <dgm:spPr/>
      <dgm:t>
        <a:bodyPr/>
        <a:lstStyle/>
        <a:p>
          <a:r>
            <a:rPr lang="ru-RU" dirty="0" smtClean="0"/>
            <a:t>Запросы на отправку сообщений</a:t>
          </a:r>
          <a:endParaRPr lang="ru-RU" dirty="0"/>
        </a:p>
      </dgm:t>
    </dgm:pt>
    <dgm:pt modelId="{DD21DA88-786F-46A0-AF61-C0CF5F0F0D0A}" type="parTrans" cxnId="{849FA150-B41A-4FF9-964D-B986B95738F5}">
      <dgm:prSet/>
      <dgm:spPr/>
      <dgm:t>
        <a:bodyPr/>
        <a:lstStyle/>
        <a:p>
          <a:endParaRPr lang="ru-RU"/>
        </a:p>
      </dgm:t>
    </dgm:pt>
    <dgm:pt modelId="{0552C57A-35C2-4761-9212-90C6B1E07442}" type="sibTrans" cxnId="{849FA150-B41A-4FF9-964D-B986B95738F5}">
      <dgm:prSet/>
      <dgm:spPr/>
      <dgm:t>
        <a:bodyPr/>
        <a:lstStyle/>
        <a:p>
          <a:endParaRPr lang="ru-RU"/>
        </a:p>
      </dgm:t>
    </dgm:pt>
    <dgm:pt modelId="{228E48E0-400B-434C-8B6E-5289789D59E6}">
      <dgm:prSet/>
      <dgm:spPr/>
      <dgm:t>
        <a:bodyPr/>
        <a:lstStyle/>
        <a:p>
          <a:r>
            <a:rPr lang="ru-RU" dirty="0" smtClean="0"/>
            <a:t>Запись и изменение данных</a:t>
          </a:r>
          <a:endParaRPr lang="ru-RU" dirty="0"/>
        </a:p>
      </dgm:t>
    </dgm:pt>
    <dgm:pt modelId="{3577A7CA-D193-499C-899C-664C08FEFAF8}" type="parTrans" cxnId="{0DCB71CB-D21A-4A7A-8D6F-A1158DB728AA}">
      <dgm:prSet/>
      <dgm:spPr/>
      <dgm:t>
        <a:bodyPr/>
        <a:lstStyle/>
        <a:p>
          <a:endParaRPr lang="ru-RU"/>
        </a:p>
      </dgm:t>
    </dgm:pt>
    <dgm:pt modelId="{12FE9ABC-E8EC-4A64-953A-B7470548574B}" type="sibTrans" cxnId="{0DCB71CB-D21A-4A7A-8D6F-A1158DB728AA}">
      <dgm:prSet/>
      <dgm:spPr/>
      <dgm:t>
        <a:bodyPr/>
        <a:lstStyle/>
        <a:p>
          <a:endParaRPr lang="ru-RU"/>
        </a:p>
      </dgm:t>
    </dgm:pt>
    <dgm:pt modelId="{AA9539D1-FB3A-4C4D-8014-4848A4B5BE05}">
      <dgm:prSet/>
      <dgm:spPr/>
      <dgm:t>
        <a:bodyPr/>
        <a:lstStyle/>
        <a:p>
          <a:r>
            <a:rPr lang="ru-RU" dirty="0" smtClean="0"/>
            <a:t>Сохранение данных</a:t>
          </a:r>
          <a:endParaRPr lang="ru-RU" dirty="0"/>
        </a:p>
      </dgm:t>
    </dgm:pt>
    <dgm:pt modelId="{E82CD6FD-B6B3-45AE-B08F-18B11F9525B4}" type="parTrans" cxnId="{72100DEB-6B4E-4B74-9A3A-8503486DB055}">
      <dgm:prSet/>
      <dgm:spPr/>
      <dgm:t>
        <a:bodyPr/>
        <a:lstStyle/>
        <a:p>
          <a:endParaRPr lang="ru-RU"/>
        </a:p>
      </dgm:t>
    </dgm:pt>
    <dgm:pt modelId="{48C46201-5D3C-4192-92BF-105C1FA02965}" type="sibTrans" cxnId="{72100DEB-6B4E-4B74-9A3A-8503486DB055}">
      <dgm:prSet/>
      <dgm:spPr/>
      <dgm:t>
        <a:bodyPr/>
        <a:lstStyle/>
        <a:p>
          <a:endParaRPr lang="ru-RU"/>
        </a:p>
      </dgm:t>
    </dgm:pt>
    <dgm:pt modelId="{D3631156-49A3-40A1-8A7F-0AFD6A7FEF8B}" type="pres">
      <dgm:prSet presAssocID="{D3B57FF6-9CD3-4828-851F-2DC3398D8C72}" presName="Name0" presStyleCnt="0">
        <dgm:presLayoutVars>
          <dgm:dir/>
          <dgm:animLvl val="lvl"/>
          <dgm:resizeHandles val="exact"/>
        </dgm:presLayoutVars>
      </dgm:prSet>
      <dgm:spPr/>
    </dgm:pt>
    <dgm:pt modelId="{5CB0FFB5-D4D3-4E22-98C7-7948DA1C0604}" type="pres">
      <dgm:prSet presAssocID="{D3B57FF6-9CD3-4828-851F-2DC3398D8C72}" presName="tSp" presStyleCnt="0"/>
      <dgm:spPr/>
    </dgm:pt>
    <dgm:pt modelId="{35AB7B7D-4114-4857-9B24-C37CCB1E8B7C}" type="pres">
      <dgm:prSet presAssocID="{D3B57FF6-9CD3-4828-851F-2DC3398D8C72}" presName="bSp" presStyleCnt="0"/>
      <dgm:spPr/>
    </dgm:pt>
    <dgm:pt modelId="{21CB109C-A451-4319-A3B5-B97CB4B3B89D}" type="pres">
      <dgm:prSet presAssocID="{D3B57FF6-9CD3-4828-851F-2DC3398D8C72}" presName="process" presStyleCnt="0"/>
      <dgm:spPr/>
    </dgm:pt>
    <dgm:pt modelId="{ED391C1C-3416-45F9-83C5-DC5C7A3303CA}" type="pres">
      <dgm:prSet presAssocID="{24415B02-EDEB-453B-BBD6-17AEC2C6A351}" presName="composite1" presStyleCnt="0"/>
      <dgm:spPr/>
    </dgm:pt>
    <dgm:pt modelId="{6F3E9438-F3D3-40E5-9BBA-9049476FB29E}" type="pres">
      <dgm:prSet presAssocID="{24415B02-EDEB-453B-BBD6-17AEC2C6A351}" presName="dummyNode1" presStyleLbl="node1" presStyleIdx="0" presStyleCnt="4"/>
      <dgm:spPr/>
    </dgm:pt>
    <dgm:pt modelId="{25E237BA-F589-4571-80EA-2BF71AA155A4}" type="pres">
      <dgm:prSet presAssocID="{24415B02-EDEB-453B-BBD6-17AEC2C6A351}" presName="childNode1" presStyleLbl="bgAcc1" presStyleIdx="0" presStyleCnt="4">
        <dgm:presLayoutVars>
          <dgm:bulletEnabled val="1"/>
        </dgm:presLayoutVars>
      </dgm:prSet>
      <dgm:spPr/>
    </dgm:pt>
    <dgm:pt modelId="{1C08DD87-528F-4E4D-B3D9-90D27B927C08}" type="pres">
      <dgm:prSet presAssocID="{24415B02-EDEB-453B-BBD6-17AEC2C6A351}" presName="childNode1tx" presStyleLbl="bgAcc1" presStyleIdx="0" presStyleCnt="4">
        <dgm:presLayoutVars>
          <dgm:bulletEnabled val="1"/>
        </dgm:presLayoutVars>
      </dgm:prSet>
      <dgm:spPr/>
    </dgm:pt>
    <dgm:pt modelId="{BC92F14B-8C6A-44C7-BECC-05838B32D3D6}" type="pres">
      <dgm:prSet presAssocID="{24415B02-EDEB-453B-BBD6-17AEC2C6A351}" presName="parentNode1" presStyleLbl="node1" presStyleIdx="0" presStyleCnt="4">
        <dgm:presLayoutVars>
          <dgm:chMax val="1"/>
          <dgm:bulletEnabled val="1"/>
        </dgm:presLayoutVars>
      </dgm:prSet>
      <dgm:spPr/>
    </dgm:pt>
    <dgm:pt modelId="{4DE41EAA-49FF-4E71-8E2A-0872D2FE4F6F}" type="pres">
      <dgm:prSet presAssocID="{24415B02-EDEB-453B-BBD6-17AEC2C6A351}" presName="connSite1" presStyleCnt="0"/>
      <dgm:spPr/>
    </dgm:pt>
    <dgm:pt modelId="{3873D880-BC55-4CE8-9D62-3FECC59D7D8A}" type="pres">
      <dgm:prSet presAssocID="{725038F7-5EEA-4E9F-8B90-877DBB088436}" presName="Name9" presStyleLbl="sibTrans2D1" presStyleIdx="0" presStyleCnt="3"/>
      <dgm:spPr/>
    </dgm:pt>
    <dgm:pt modelId="{0EC581F5-821A-4C0A-81BA-3219F9F193AF}" type="pres">
      <dgm:prSet presAssocID="{5159CAB9-A452-49C2-90A9-032F8DEDD0ED}" presName="composite2" presStyleCnt="0"/>
      <dgm:spPr/>
    </dgm:pt>
    <dgm:pt modelId="{2DEDCE71-A6B4-4B00-A44D-E0B906BE4CE4}" type="pres">
      <dgm:prSet presAssocID="{5159CAB9-A452-49C2-90A9-032F8DEDD0ED}" presName="dummyNode2" presStyleLbl="node1" presStyleIdx="0" presStyleCnt="4"/>
      <dgm:spPr/>
    </dgm:pt>
    <dgm:pt modelId="{CF8D792B-1123-4F0F-888C-71C9B8B89C69}" type="pres">
      <dgm:prSet presAssocID="{5159CAB9-A452-49C2-90A9-032F8DEDD0ED}" presName="childNode2" presStyleLbl="bgAcc1" presStyleIdx="1" presStyleCnt="4">
        <dgm:presLayoutVars>
          <dgm:bulletEnabled val="1"/>
        </dgm:presLayoutVars>
      </dgm:prSet>
      <dgm:spPr/>
    </dgm:pt>
    <dgm:pt modelId="{1E39B053-7FBA-4D0E-A890-A2AC99039145}" type="pres">
      <dgm:prSet presAssocID="{5159CAB9-A452-49C2-90A9-032F8DEDD0ED}" presName="childNode2tx" presStyleLbl="bgAcc1" presStyleIdx="1" presStyleCnt="4">
        <dgm:presLayoutVars>
          <dgm:bulletEnabled val="1"/>
        </dgm:presLayoutVars>
      </dgm:prSet>
      <dgm:spPr/>
    </dgm:pt>
    <dgm:pt modelId="{0E260B44-04DD-4CEC-AD47-29FC053BC823}" type="pres">
      <dgm:prSet presAssocID="{5159CAB9-A452-49C2-90A9-032F8DEDD0ED}" presName="parentNode2" presStyleLbl="node1" presStyleIdx="1" presStyleCnt="4">
        <dgm:presLayoutVars>
          <dgm:chMax val="0"/>
          <dgm:bulletEnabled val="1"/>
        </dgm:presLayoutVars>
      </dgm:prSet>
      <dgm:spPr/>
    </dgm:pt>
    <dgm:pt modelId="{4BCB457B-DEBD-4FEF-9ECB-594300E6B474}" type="pres">
      <dgm:prSet presAssocID="{5159CAB9-A452-49C2-90A9-032F8DEDD0ED}" presName="connSite2" presStyleCnt="0"/>
      <dgm:spPr/>
    </dgm:pt>
    <dgm:pt modelId="{17DB8DCB-8E32-4916-AE60-1FA1F12FA948}" type="pres">
      <dgm:prSet presAssocID="{8E8668CC-96A2-4A0E-B649-C5DB19CD71C9}" presName="Name18" presStyleLbl="sibTrans2D1" presStyleIdx="1" presStyleCnt="3"/>
      <dgm:spPr/>
    </dgm:pt>
    <dgm:pt modelId="{C2E8A760-BBE4-4002-A654-B4C96BC5D85D}" type="pres">
      <dgm:prSet presAssocID="{1882B2E4-CA9B-4B91-BF64-EE4FD4AC2E45}" presName="composite1" presStyleCnt="0"/>
      <dgm:spPr/>
    </dgm:pt>
    <dgm:pt modelId="{D79B1742-7034-4AFB-AC5F-E0C9D07A53CB}" type="pres">
      <dgm:prSet presAssocID="{1882B2E4-CA9B-4B91-BF64-EE4FD4AC2E45}" presName="dummyNode1" presStyleLbl="node1" presStyleIdx="1" presStyleCnt="4"/>
      <dgm:spPr/>
    </dgm:pt>
    <dgm:pt modelId="{8D374AE9-0901-48D1-9D9A-22221272E3C0}" type="pres">
      <dgm:prSet presAssocID="{1882B2E4-CA9B-4B91-BF64-EE4FD4AC2E45}" presName="childNode1" presStyleLbl="bgAcc1" presStyleIdx="2" presStyleCnt="4">
        <dgm:presLayoutVars>
          <dgm:bulletEnabled val="1"/>
        </dgm:presLayoutVars>
      </dgm:prSet>
      <dgm:spPr/>
    </dgm:pt>
    <dgm:pt modelId="{E28C2A38-A62D-430F-B8FF-7F20D5CA8CAE}" type="pres">
      <dgm:prSet presAssocID="{1882B2E4-CA9B-4B91-BF64-EE4FD4AC2E45}" presName="childNode1tx" presStyleLbl="bgAcc1" presStyleIdx="2" presStyleCnt="4">
        <dgm:presLayoutVars>
          <dgm:bulletEnabled val="1"/>
        </dgm:presLayoutVars>
      </dgm:prSet>
      <dgm:spPr/>
    </dgm:pt>
    <dgm:pt modelId="{0CD4D86A-6E33-4296-A6DC-938E558FE8F2}" type="pres">
      <dgm:prSet presAssocID="{1882B2E4-CA9B-4B91-BF64-EE4FD4AC2E45}" presName="parentNode1" presStyleLbl="node1" presStyleIdx="2" presStyleCnt="4">
        <dgm:presLayoutVars>
          <dgm:chMax val="1"/>
          <dgm:bulletEnabled val="1"/>
        </dgm:presLayoutVars>
      </dgm:prSet>
      <dgm:spPr/>
    </dgm:pt>
    <dgm:pt modelId="{FC8B17D3-E8BB-4520-8946-2F9D00EAFF1F}" type="pres">
      <dgm:prSet presAssocID="{1882B2E4-CA9B-4B91-BF64-EE4FD4AC2E45}" presName="connSite1" presStyleCnt="0"/>
      <dgm:spPr/>
    </dgm:pt>
    <dgm:pt modelId="{6E5D1588-A82C-4BA8-B2B4-D0B2810A3AD4}" type="pres">
      <dgm:prSet presAssocID="{9FA45C74-6E19-484D-8F6A-8C1C5AA43B88}" presName="Name9" presStyleLbl="sibTrans2D1" presStyleIdx="2" presStyleCnt="3"/>
      <dgm:spPr/>
    </dgm:pt>
    <dgm:pt modelId="{AFCCA864-5464-48EF-B66D-4479BE5BD20B}" type="pres">
      <dgm:prSet presAssocID="{3FBBC6E2-9F04-4CE5-ACEA-C7DB0578E794}" presName="composite2" presStyleCnt="0"/>
      <dgm:spPr/>
    </dgm:pt>
    <dgm:pt modelId="{7CBD2121-7EDE-4794-8DEE-F23617B6186B}" type="pres">
      <dgm:prSet presAssocID="{3FBBC6E2-9F04-4CE5-ACEA-C7DB0578E794}" presName="dummyNode2" presStyleLbl="node1" presStyleIdx="2" presStyleCnt="4"/>
      <dgm:spPr/>
    </dgm:pt>
    <dgm:pt modelId="{B37566E7-A105-40D7-89EB-B68B4034BFF8}" type="pres">
      <dgm:prSet presAssocID="{3FBBC6E2-9F04-4CE5-ACEA-C7DB0578E794}" presName="childNode2" presStyleLbl="bgAcc1" presStyleIdx="3" presStyleCnt="4">
        <dgm:presLayoutVars>
          <dgm:bulletEnabled val="1"/>
        </dgm:presLayoutVars>
      </dgm:prSet>
      <dgm:spPr/>
    </dgm:pt>
    <dgm:pt modelId="{2E1EAA48-449A-4EA6-88C1-4588B2A24373}" type="pres">
      <dgm:prSet presAssocID="{3FBBC6E2-9F04-4CE5-ACEA-C7DB0578E794}" presName="childNode2tx" presStyleLbl="bgAcc1" presStyleIdx="3" presStyleCnt="4">
        <dgm:presLayoutVars>
          <dgm:bulletEnabled val="1"/>
        </dgm:presLayoutVars>
      </dgm:prSet>
      <dgm:spPr/>
    </dgm:pt>
    <dgm:pt modelId="{7F332CBC-7192-444A-A853-03B68FBEE424}" type="pres">
      <dgm:prSet presAssocID="{3FBBC6E2-9F04-4CE5-ACEA-C7DB0578E794}" presName="parentNode2" presStyleLbl="node1" presStyleIdx="3" presStyleCnt="4">
        <dgm:presLayoutVars>
          <dgm:chMax val="0"/>
          <dgm:bulletEnabled val="1"/>
        </dgm:presLayoutVars>
      </dgm:prSet>
      <dgm:spPr/>
    </dgm:pt>
    <dgm:pt modelId="{97F33125-1BEB-4DDD-841A-52FAE8719D1F}" type="pres">
      <dgm:prSet presAssocID="{3FBBC6E2-9F04-4CE5-ACEA-C7DB0578E794}" presName="connSite2" presStyleCnt="0"/>
      <dgm:spPr/>
    </dgm:pt>
  </dgm:ptLst>
  <dgm:cxnLst>
    <dgm:cxn modelId="{29A33B75-7FCF-4E7A-8D95-19C83100EC16}" srcId="{D3B57FF6-9CD3-4828-851F-2DC3398D8C72}" destId="{5159CAB9-A452-49C2-90A9-032F8DEDD0ED}" srcOrd="1" destOrd="0" parTransId="{52E4DEB8-C28E-4BBF-BE06-24E126D63AD1}" sibTransId="{8E8668CC-96A2-4A0E-B649-C5DB19CD71C9}"/>
    <dgm:cxn modelId="{BD3E8134-D53D-4009-A67F-74806C465D05}" type="presOf" srcId="{303CEDCF-BC2D-454B-8180-21342EB6DBFF}" destId="{CF8D792B-1123-4F0F-888C-71C9B8B89C69}" srcOrd="0" destOrd="0" presId="urn:microsoft.com/office/officeart/2005/8/layout/hProcess4"/>
    <dgm:cxn modelId="{BD372BFA-4273-4DA7-8375-A0F914BAB15E}" type="presOf" srcId="{24415B02-EDEB-453B-BBD6-17AEC2C6A351}" destId="{BC92F14B-8C6A-44C7-BECC-05838B32D3D6}" srcOrd="0" destOrd="0" presId="urn:microsoft.com/office/officeart/2005/8/layout/hProcess4"/>
    <dgm:cxn modelId="{57EE9245-6BBA-496C-B711-77A5A339B834}" type="presOf" srcId="{1882B2E4-CA9B-4B91-BF64-EE4FD4AC2E45}" destId="{0CD4D86A-6E33-4296-A6DC-938E558FE8F2}" srcOrd="0" destOrd="0" presId="urn:microsoft.com/office/officeart/2005/8/layout/hProcess4"/>
    <dgm:cxn modelId="{EE72B176-8008-43FC-BD66-BDA1F93DDCF8}" type="presOf" srcId="{0C3729C9-36E6-4B14-9399-0ED106C2AB30}" destId="{25E237BA-F589-4571-80EA-2BF71AA155A4}" srcOrd="0" destOrd="0" presId="urn:microsoft.com/office/officeart/2005/8/layout/hProcess4"/>
    <dgm:cxn modelId="{04FAA083-730C-4F98-A378-55538E6E4E77}" srcId="{24415B02-EDEB-453B-BBD6-17AEC2C6A351}" destId="{0C3729C9-36E6-4B14-9399-0ED106C2AB30}" srcOrd="0" destOrd="0" parTransId="{B01444CB-9865-43DC-9727-FEC5826ECE2C}" sibTransId="{92705A17-64D4-412A-B1BF-A93B1A859D23}"/>
    <dgm:cxn modelId="{CFA39DC1-2FA3-4CBD-9D07-CDA8E0D2A54D}" type="presOf" srcId="{AA9539D1-FB3A-4C4D-8014-4848A4B5BE05}" destId="{B37566E7-A105-40D7-89EB-B68B4034BFF8}" srcOrd="0" destOrd="0" presId="urn:microsoft.com/office/officeart/2005/8/layout/hProcess4"/>
    <dgm:cxn modelId="{DB6DAEB7-09B6-478E-8F51-5AF64FEEF9BC}" type="presOf" srcId="{D3B57FF6-9CD3-4828-851F-2DC3398D8C72}" destId="{D3631156-49A3-40A1-8A7F-0AFD6A7FEF8B}" srcOrd="0" destOrd="0" presId="urn:microsoft.com/office/officeart/2005/8/layout/hProcess4"/>
    <dgm:cxn modelId="{FDE07109-C556-45C4-B48C-56CF34228A92}" type="presOf" srcId="{303CEDCF-BC2D-454B-8180-21342EB6DBFF}" destId="{1E39B053-7FBA-4D0E-A890-A2AC99039145}" srcOrd="1" destOrd="0" presId="urn:microsoft.com/office/officeart/2005/8/layout/hProcess4"/>
    <dgm:cxn modelId="{B4D7E426-A260-44AD-A2F6-B88E8B6951C3}" type="presOf" srcId="{9FA45C74-6E19-484D-8F6A-8C1C5AA43B88}" destId="{6E5D1588-A82C-4BA8-B2B4-D0B2810A3AD4}" srcOrd="0" destOrd="0" presId="urn:microsoft.com/office/officeart/2005/8/layout/hProcess4"/>
    <dgm:cxn modelId="{72100DEB-6B4E-4B74-9A3A-8503486DB055}" srcId="{3FBBC6E2-9F04-4CE5-ACEA-C7DB0578E794}" destId="{AA9539D1-FB3A-4C4D-8014-4848A4B5BE05}" srcOrd="0" destOrd="0" parTransId="{E82CD6FD-B6B3-45AE-B08F-18B11F9525B4}" sibTransId="{48C46201-5D3C-4192-92BF-105C1FA02965}"/>
    <dgm:cxn modelId="{BE02B25E-CFE3-4E09-B76C-A75CA2AFD486}" srcId="{D3B57FF6-9CD3-4828-851F-2DC3398D8C72}" destId="{3FBBC6E2-9F04-4CE5-ACEA-C7DB0578E794}" srcOrd="3" destOrd="0" parTransId="{22B5D420-9A15-4C6C-B0BB-46BCBA507626}" sibTransId="{D642F76A-F0E9-477D-8856-B03E7099DC03}"/>
    <dgm:cxn modelId="{A6166E17-44E4-454E-AF51-BE27C2803CEE}" type="presOf" srcId="{0C3729C9-36E6-4B14-9399-0ED106C2AB30}" destId="{1C08DD87-528F-4E4D-B3D9-90D27B927C08}" srcOrd="1" destOrd="0" presId="urn:microsoft.com/office/officeart/2005/8/layout/hProcess4"/>
    <dgm:cxn modelId="{0DCB71CB-D21A-4A7A-8D6F-A1158DB728AA}" srcId="{1882B2E4-CA9B-4B91-BF64-EE4FD4AC2E45}" destId="{228E48E0-400B-434C-8B6E-5289789D59E6}" srcOrd="0" destOrd="0" parTransId="{3577A7CA-D193-499C-899C-664C08FEFAF8}" sibTransId="{12FE9ABC-E8EC-4A64-953A-B7470548574B}"/>
    <dgm:cxn modelId="{80D8A0DD-ADD8-4773-B414-771BAD914BB0}" type="presOf" srcId="{725038F7-5EEA-4E9F-8B90-877DBB088436}" destId="{3873D880-BC55-4CE8-9D62-3FECC59D7D8A}" srcOrd="0" destOrd="0" presId="urn:microsoft.com/office/officeart/2005/8/layout/hProcess4"/>
    <dgm:cxn modelId="{C03CA6E6-07BB-4A61-BDA3-9A6B62468896}" srcId="{D3B57FF6-9CD3-4828-851F-2DC3398D8C72}" destId="{24415B02-EDEB-453B-BBD6-17AEC2C6A351}" srcOrd="0" destOrd="0" parTransId="{AF964533-A087-47EC-9A8C-30EF2D01F669}" sibTransId="{725038F7-5EEA-4E9F-8B90-877DBB088436}"/>
    <dgm:cxn modelId="{AB6AFAC2-F791-4605-9AE9-700D0E8A6909}" type="presOf" srcId="{228E48E0-400B-434C-8B6E-5289789D59E6}" destId="{8D374AE9-0901-48D1-9D9A-22221272E3C0}" srcOrd="0" destOrd="0" presId="urn:microsoft.com/office/officeart/2005/8/layout/hProcess4"/>
    <dgm:cxn modelId="{FCAFD6F4-4F3D-4CD4-8CCC-1133AB661DAE}" type="presOf" srcId="{3FBBC6E2-9F04-4CE5-ACEA-C7DB0578E794}" destId="{7F332CBC-7192-444A-A853-03B68FBEE424}" srcOrd="0" destOrd="0" presId="urn:microsoft.com/office/officeart/2005/8/layout/hProcess4"/>
    <dgm:cxn modelId="{6B2BB307-5261-4802-B57C-CA7CCBFD52BF}" type="presOf" srcId="{8E8668CC-96A2-4A0E-B649-C5DB19CD71C9}" destId="{17DB8DCB-8E32-4916-AE60-1FA1F12FA948}" srcOrd="0" destOrd="0" presId="urn:microsoft.com/office/officeart/2005/8/layout/hProcess4"/>
    <dgm:cxn modelId="{5677C6C8-BD9B-4C47-A01F-B9FD3F9F25C1}" type="presOf" srcId="{228E48E0-400B-434C-8B6E-5289789D59E6}" destId="{E28C2A38-A62D-430F-B8FF-7F20D5CA8CAE}" srcOrd="1" destOrd="0" presId="urn:microsoft.com/office/officeart/2005/8/layout/hProcess4"/>
    <dgm:cxn modelId="{8B1980EB-8D73-4882-BC0A-54AA94C1CEEF}" type="presOf" srcId="{5159CAB9-A452-49C2-90A9-032F8DEDD0ED}" destId="{0E260B44-04DD-4CEC-AD47-29FC053BC823}" srcOrd="0" destOrd="0" presId="urn:microsoft.com/office/officeart/2005/8/layout/hProcess4"/>
    <dgm:cxn modelId="{C8CB53D3-444D-4950-9069-125A0C4A355F}" srcId="{D3B57FF6-9CD3-4828-851F-2DC3398D8C72}" destId="{1882B2E4-CA9B-4B91-BF64-EE4FD4AC2E45}" srcOrd="2" destOrd="0" parTransId="{A09C6932-2CCF-418A-A34A-259C159F40EB}" sibTransId="{9FA45C74-6E19-484D-8F6A-8C1C5AA43B88}"/>
    <dgm:cxn modelId="{849FA150-B41A-4FF9-964D-B986B95738F5}" srcId="{5159CAB9-A452-49C2-90A9-032F8DEDD0ED}" destId="{303CEDCF-BC2D-454B-8180-21342EB6DBFF}" srcOrd="0" destOrd="0" parTransId="{DD21DA88-786F-46A0-AF61-C0CF5F0F0D0A}" sibTransId="{0552C57A-35C2-4761-9212-90C6B1E07442}"/>
    <dgm:cxn modelId="{9DA28853-F48B-487D-A188-0094DF2F316C}" type="presOf" srcId="{AA9539D1-FB3A-4C4D-8014-4848A4B5BE05}" destId="{2E1EAA48-449A-4EA6-88C1-4588B2A24373}" srcOrd="1" destOrd="0" presId="urn:microsoft.com/office/officeart/2005/8/layout/hProcess4"/>
    <dgm:cxn modelId="{403895BD-F65B-437B-82BD-5F921CEFE33B}" type="presParOf" srcId="{D3631156-49A3-40A1-8A7F-0AFD6A7FEF8B}" destId="{5CB0FFB5-D4D3-4E22-98C7-7948DA1C0604}" srcOrd="0" destOrd="0" presId="urn:microsoft.com/office/officeart/2005/8/layout/hProcess4"/>
    <dgm:cxn modelId="{12A8CAA1-8877-43C3-BDBB-2E9B7CE35DE2}" type="presParOf" srcId="{D3631156-49A3-40A1-8A7F-0AFD6A7FEF8B}" destId="{35AB7B7D-4114-4857-9B24-C37CCB1E8B7C}" srcOrd="1" destOrd="0" presId="urn:microsoft.com/office/officeart/2005/8/layout/hProcess4"/>
    <dgm:cxn modelId="{EF457ED8-A6C2-4A9E-BC31-CAAB85C09CBF}" type="presParOf" srcId="{D3631156-49A3-40A1-8A7F-0AFD6A7FEF8B}" destId="{21CB109C-A451-4319-A3B5-B97CB4B3B89D}" srcOrd="2" destOrd="0" presId="urn:microsoft.com/office/officeart/2005/8/layout/hProcess4"/>
    <dgm:cxn modelId="{FCB4DC9A-0264-4816-90BE-F1684325C6F5}" type="presParOf" srcId="{21CB109C-A451-4319-A3B5-B97CB4B3B89D}" destId="{ED391C1C-3416-45F9-83C5-DC5C7A3303CA}" srcOrd="0" destOrd="0" presId="urn:microsoft.com/office/officeart/2005/8/layout/hProcess4"/>
    <dgm:cxn modelId="{DC2A4097-F033-4D12-809B-7ACDEDCE0FF1}" type="presParOf" srcId="{ED391C1C-3416-45F9-83C5-DC5C7A3303CA}" destId="{6F3E9438-F3D3-40E5-9BBA-9049476FB29E}" srcOrd="0" destOrd="0" presId="urn:microsoft.com/office/officeart/2005/8/layout/hProcess4"/>
    <dgm:cxn modelId="{538E396A-5D72-4020-A3B7-1379930942F9}" type="presParOf" srcId="{ED391C1C-3416-45F9-83C5-DC5C7A3303CA}" destId="{25E237BA-F589-4571-80EA-2BF71AA155A4}" srcOrd="1" destOrd="0" presId="urn:microsoft.com/office/officeart/2005/8/layout/hProcess4"/>
    <dgm:cxn modelId="{50D2BA54-6E4A-4387-82A8-BBD68F99BBAE}" type="presParOf" srcId="{ED391C1C-3416-45F9-83C5-DC5C7A3303CA}" destId="{1C08DD87-528F-4E4D-B3D9-90D27B927C08}" srcOrd="2" destOrd="0" presId="urn:microsoft.com/office/officeart/2005/8/layout/hProcess4"/>
    <dgm:cxn modelId="{535DB618-370B-4B82-BC5D-B428AA0A675D}" type="presParOf" srcId="{ED391C1C-3416-45F9-83C5-DC5C7A3303CA}" destId="{BC92F14B-8C6A-44C7-BECC-05838B32D3D6}" srcOrd="3" destOrd="0" presId="urn:microsoft.com/office/officeart/2005/8/layout/hProcess4"/>
    <dgm:cxn modelId="{CC9C4BA7-83DD-4FED-8175-625A6FDF979F}" type="presParOf" srcId="{ED391C1C-3416-45F9-83C5-DC5C7A3303CA}" destId="{4DE41EAA-49FF-4E71-8E2A-0872D2FE4F6F}" srcOrd="4" destOrd="0" presId="urn:microsoft.com/office/officeart/2005/8/layout/hProcess4"/>
    <dgm:cxn modelId="{76F4650A-61DF-4120-ACE3-065DC8D95C36}" type="presParOf" srcId="{21CB109C-A451-4319-A3B5-B97CB4B3B89D}" destId="{3873D880-BC55-4CE8-9D62-3FECC59D7D8A}" srcOrd="1" destOrd="0" presId="urn:microsoft.com/office/officeart/2005/8/layout/hProcess4"/>
    <dgm:cxn modelId="{E5C64842-C37C-4A2B-BF46-15CC93EC2570}" type="presParOf" srcId="{21CB109C-A451-4319-A3B5-B97CB4B3B89D}" destId="{0EC581F5-821A-4C0A-81BA-3219F9F193AF}" srcOrd="2" destOrd="0" presId="urn:microsoft.com/office/officeart/2005/8/layout/hProcess4"/>
    <dgm:cxn modelId="{8BA4C8B0-F79C-4D3F-B038-30D101924495}" type="presParOf" srcId="{0EC581F5-821A-4C0A-81BA-3219F9F193AF}" destId="{2DEDCE71-A6B4-4B00-A44D-E0B906BE4CE4}" srcOrd="0" destOrd="0" presId="urn:microsoft.com/office/officeart/2005/8/layout/hProcess4"/>
    <dgm:cxn modelId="{C057BA0E-2B72-459D-B008-CCB5453FBE77}" type="presParOf" srcId="{0EC581F5-821A-4C0A-81BA-3219F9F193AF}" destId="{CF8D792B-1123-4F0F-888C-71C9B8B89C69}" srcOrd="1" destOrd="0" presId="urn:microsoft.com/office/officeart/2005/8/layout/hProcess4"/>
    <dgm:cxn modelId="{5FBB9D44-6001-420C-B501-C3ADB7CAE5BB}" type="presParOf" srcId="{0EC581F5-821A-4C0A-81BA-3219F9F193AF}" destId="{1E39B053-7FBA-4D0E-A890-A2AC99039145}" srcOrd="2" destOrd="0" presId="urn:microsoft.com/office/officeart/2005/8/layout/hProcess4"/>
    <dgm:cxn modelId="{2046B0B1-6813-4272-BB3A-1522A5F64F1B}" type="presParOf" srcId="{0EC581F5-821A-4C0A-81BA-3219F9F193AF}" destId="{0E260B44-04DD-4CEC-AD47-29FC053BC823}" srcOrd="3" destOrd="0" presId="urn:microsoft.com/office/officeart/2005/8/layout/hProcess4"/>
    <dgm:cxn modelId="{CDB642B0-8F9C-440E-B540-0261012D2E08}" type="presParOf" srcId="{0EC581F5-821A-4C0A-81BA-3219F9F193AF}" destId="{4BCB457B-DEBD-4FEF-9ECB-594300E6B474}" srcOrd="4" destOrd="0" presId="urn:microsoft.com/office/officeart/2005/8/layout/hProcess4"/>
    <dgm:cxn modelId="{228AB4CA-5A0A-4CB7-9066-730A623EE37B}" type="presParOf" srcId="{21CB109C-A451-4319-A3B5-B97CB4B3B89D}" destId="{17DB8DCB-8E32-4916-AE60-1FA1F12FA948}" srcOrd="3" destOrd="0" presId="urn:microsoft.com/office/officeart/2005/8/layout/hProcess4"/>
    <dgm:cxn modelId="{6916DF51-BD8B-4307-BC2B-E4842A81975E}" type="presParOf" srcId="{21CB109C-A451-4319-A3B5-B97CB4B3B89D}" destId="{C2E8A760-BBE4-4002-A654-B4C96BC5D85D}" srcOrd="4" destOrd="0" presId="urn:microsoft.com/office/officeart/2005/8/layout/hProcess4"/>
    <dgm:cxn modelId="{20EAAC06-A912-4D27-B551-114D1498421F}" type="presParOf" srcId="{C2E8A760-BBE4-4002-A654-B4C96BC5D85D}" destId="{D79B1742-7034-4AFB-AC5F-E0C9D07A53CB}" srcOrd="0" destOrd="0" presId="urn:microsoft.com/office/officeart/2005/8/layout/hProcess4"/>
    <dgm:cxn modelId="{073D8089-1A8C-471A-9A21-36F7E5E6ABB2}" type="presParOf" srcId="{C2E8A760-BBE4-4002-A654-B4C96BC5D85D}" destId="{8D374AE9-0901-48D1-9D9A-22221272E3C0}" srcOrd="1" destOrd="0" presId="urn:microsoft.com/office/officeart/2005/8/layout/hProcess4"/>
    <dgm:cxn modelId="{C7FE74E1-56FE-43A6-8E51-193121036B20}" type="presParOf" srcId="{C2E8A760-BBE4-4002-A654-B4C96BC5D85D}" destId="{E28C2A38-A62D-430F-B8FF-7F20D5CA8CAE}" srcOrd="2" destOrd="0" presId="urn:microsoft.com/office/officeart/2005/8/layout/hProcess4"/>
    <dgm:cxn modelId="{C9832E96-8DAA-4076-B2BD-FD0891787A5C}" type="presParOf" srcId="{C2E8A760-BBE4-4002-A654-B4C96BC5D85D}" destId="{0CD4D86A-6E33-4296-A6DC-938E558FE8F2}" srcOrd="3" destOrd="0" presId="urn:microsoft.com/office/officeart/2005/8/layout/hProcess4"/>
    <dgm:cxn modelId="{F68747F0-FBC2-4C64-B1DC-591AB38B9A7C}" type="presParOf" srcId="{C2E8A760-BBE4-4002-A654-B4C96BC5D85D}" destId="{FC8B17D3-E8BB-4520-8946-2F9D00EAFF1F}" srcOrd="4" destOrd="0" presId="urn:microsoft.com/office/officeart/2005/8/layout/hProcess4"/>
    <dgm:cxn modelId="{440F9499-65FE-4B35-A363-9944F0C26F0B}" type="presParOf" srcId="{21CB109C-A451-4319-A3B5-B97CB4B3B89D}" destId="{6E5D1588-A82C-4BA8-B2B4-D0B2810A3AD4}" srcOrd="5" destOrd="0" presId="urn:microsoft.com/office/officeart/2005/8/layout/hProcess4"/>
    <dgm:cxn modelId="{D5D9643A-BF70-496B-BFC7-D9B66953A5CB}" type="presParOf" srcId="{21CB109C-A451-4319-A3B5-B97CB4B3B89D}" destId="{AFCCA864-5464-48EF-B66D-4479BE5BD20B}" srcOrd="6" destOrd="0" presId="urn:microsoft.com/office/officeart/2005/8/layout/hProcess4"/>
    <dgm:cxn modelId="{B027BAD0-3935-497C-BA94-D96F11CDB009}" type="presParOf" srcId="{AFCCA864-5464-48EF-B66D-4479BE5BD20B}" destId="{7CBD2121-7EDE-4794-8DEE-F23617B6186B}" srcOrd="0" destOrd="0" presId="urn:microsoft.com/office/officeart/2005/8/layout/hProcess4"/>
    <dgm:cxn modelId="{F1E4661F-440A-4F1A-ACD3-D2F355B4C500}" type="presParOf" srcId="{AFCCA864-5464-48EF-B66D-4479BE5BD20B}" destId="{B37566E7-A105-40D7-89EB-B68B4034BFF8}" srcOrd="1" destOrd="0" presId="urn:microsoft.com/office/officeart/2005/8/layout/hProcess4"/>
    <dgm:cxn modelId="{38C667F2-64DC-4ED0-AC2B-61C08351C6B8}" type="presParOf" srcId="{AFCCA864-5464-48EF-B66D-4479BE5BD20B}" destId="{2E1EAA48-449A-4EA6-88C1-4588B2A24373}" srcOrd="2" destOrd="0" presId="urn:microsoft.com/office/officeart/2005/8/layout/hProcess4"/>
    <dgm:cxn modelId="{E52F051D-C617-4B28-82E1-41C5F307999B}" type="presParOf" srcId="{AFCCA864-5464-48EF-B66D-4479BE5BD20B}" destId="{7F332CBC-7192-444A-A853-03B68FBEE424}" srcOrd="3" destOrd="0" presId="urn:microsoft.com/office/officeart/2005/8/layout/hProcess4"/>
    <dgm:cxn modelId="{472EE501-7AD1-420D-A3E1-5F15F19B7C72}" type="presParOf" srcId="{AFCCA864-5464-48EF-B66D-4479BE5BD20B}" destId="{97F33125-1BEB-4DDD-841A-52FAE8719D1F}" srcOrd="4" destOrd="0" presId="urn:microsoft.com/office/officeart/2005/8/layout/h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5E237BA-F589-4571-80EA-2BF71AA155A4}">
      <dsp:nvSpPr>
        <dsp:cNvPr id="0" name=""/>
        <dsp:cNvSpPr/>
      </dsp:nvSpPr>
      <dsp:spPr>
        <a:xfrm>
          <a:off x="3825" y="1254921"/>
          <a:ext cx="2292858" cy="1891129"/>
        </a:xfrm>
        <a:prstGeom prst="roundRect">
          <a:avLst>
            <a:gd name="adj" fmla="val 10000"/>
          </a:avLst>
        </a:prstGeom>
        <a:solidFill>
          <a:schemeClr val="accent5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ru-RU" sz="2800" kern="1200" dirty="0" smtClean="0"/>
            <a:t>Взаимодействие с кнопками</a:t>
          </a:r>
          <a:endParaRPr lang="ru-RU" sz="2800" kern="1200" dirty="0"/>
        </a:p>
      </dsp:txBody>
      <dsp:txXfrm>
        <a:off x="47345" y="1298441"/>
        <a:ext cx="2205818" cy="1398847"/>
      </dsp:txXfrm>
    </dsp:sp>
    <dsp:sp modelId="{3873D880-BC55-4CE8-9D62-3FECC59D7D8A}">
      <dsp:nvSpPr>
        <dsp:cNvPr id="0" name=""/>
        <dsp:cNvSpPr/>
      </dsp:nvSpPr>
      <dsp:spPr>
        <a:xfrm>
          <a:off x="1251490" y="1558572"/>
          <a:ext cx="2745402" cy="2745402"/>
        </a:xfrm>
        <a:prstGeom prst="leftCircularArrow">
          <a:avLst>
            <a:gd name="adj1" fmla="val 3939"/>
            <a:gd name="adj2" fmla="val 493851"/>
            <a:gd name="adj3" fmla="val 2269362"/>
            <a:gd name="adj4" fmla="val 9024489"/>
            <a:gd name="adj5" fmla="val 4595"/>
          </a:avLst>
        </a:prstGeom>
        <a:solidFill>
          <a:schemeClr val="accent5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C92F14B-8C6A-44C7-BECC-05838B32D3D6}">
      <dsp:nvSpPr>
        <dsp:cNvPr id="0" name=""/>
        <dsp:cNvSpPr/>
      </dsp:nvSpPr>
      <dsp:spPr>
        <a:xfrm>
          <a:off x="513349" y="2740809"/>
          <a:ext cx="2038096" cy="810483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5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7625" tIns="31750" rIns="47625" bIns="31750" numCol="1" spcCol="1270" anchor="ctr" anchorCtr="0">
          <a:noAutofit/>
        </a:bodyPr>
        <a:lstStyle/>
        <a:p>
          <a:pPr lvl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500" kern="1200" dirty="0" smtClean="0"/>
            <a:t>Пользователь</a:t>
          </a:r>
          <a:endParaRPr lang="ru-RU" sz="2500" kern="1200" dirty="0"/>
        </a:p>
      </dsp:txBody>
      <dsp:txXfrm>
        <a:off x="537087" y="2764547"/>
        <a:ext cx="1990620" cy="763007"/>
      </dsp:txXfrm>
    </dsp:sp>
    <dsp:sp modelId="{CF8D792B-1123-4F0F-888C-71C9B8B89C69}">
      <dsp:nvSpPr>
        <dsp:cNvPr id="0" name=""/>
        <dsp:cNvSpPr/>
      </dsp:nvSpPr>
      <dsp:spPr>
        <a:xfrm>
          <a:off x="3066341" y="1254921"/>
          <a:ext cx="2292858" cy="1891129"/>
        </a:xfrm>
        <a:prstGeom prst="roundRect">
          <a:avLst>
            <a:gd name="adj" fmla="val 10000"/>
          </a:avLst>
        </a:prstGeom>
        <a:solidFill>
          <a:schemeClr val="accent5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ru-RU" sz="2800" kern="1200" dirty="0" smtClean="0"/>
            <a:t>Запросы на отправку сообщений</a:t>
          </a:r>
          <a:endParaRPr lang="ru-RU" sz="2800" kern="1200" dirty="0"/>
        </a:p>
      </dsp:txBody>
      <dsp:txXfrm>
        <a:off x="3109861" y="1703683"/>
        <a:ext cx="2205818" cy="1398847"/>
      </dsp:txXfrm>
    </dsp:sp>
    <dsp:sp modelId="{17DB8DCB-8E32-4916-AE60-1FA1F12FA948}">
      <dsp:nvSpPr>
        <dsp:cNvPr id="0" name=""/>
        <dsp:cNvSpPr/>
      </dsp:nvSpPr>
      <dsp:spPr>
        <a:xfrm>
          <a:off x="4294899" y="22848"/>
          <a:ext cx="3038378" cy="3038378"/>
        </a:xfrm>
        <a:prstGeom prst="circularArrow">
          <a:avLst>
            <a:gd name="adj1" fmla="val 3559"/>
            <a:gd name="adj2" fmla="val 442177"/>
            <a:gd name="adj3" fmla="val 19382312"/>
            <a:gd name="adj4" fmla="val 12575511"/>
            <a:gd name="adj5" fmla="val 4152"/>
          </a:avLst>
        </a:prstGeom>
        <a:solidFill>
          <a:schemeClr val="accent5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E260B44-04DD-4CEC-AD47-29FC053BC823}">
      <dsp:nvSpPr>
        <dsp:cNvPr id="0" name=""/>
        <dsp:cNvSpPr/>
      </dsp:nvSpPr>
      <dsp:spPr>
        <a:xfrm>
          <a:off x="3575866" y="849680"/>
          <a:ext cx="2038096" cy="810483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5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7625" tIns="31750" rIns="47625" bIns="31750" numCol="1" spcCol="1270" anchor="ctr" anchorCtr="0">
          <a:noAutofit/>
        </a:bodyPr>
        <a:lstStyle/>
        <a:p>
          <a:pPr lvl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500" kern="1200" dirty="0" smtClean="0"/>
            <a:t>Интерфейс</a:t>
          </a:r>
          <a:endParaRPr lang="ru-RU" sz="2500" kern="1200" dirty="0"/>
        </a:p>
      </dsp:txBody>
      <dsp:txXfrm>
        <a:off x="3599604" y="873418"/>
        <a:ext cx="1990620" cy="763007"/>
      </dsp:txXfrm>
    </dsp:sp>
    <dsp:sp modelId="{8D374AE9-0901-48D1-9D9A-22221272E3C0}">
      <dsp:nvSpPr>
        <dsp:cNvPr id="0" name=""/>
        <dsp:cNvSpPr/>
      </dsp:nvSpPr>
      <dsp:spPr>
        <a:xfrm>
          <a:off x="6128858" y="1254921"/>
          <a:ext cx="2292858" cy="1891129"/>
        </a:xfrm>
        <a:prstGeom prst="roundRect">
          <a:avLst>
            <a:gd name="adj" fmla="val 10000"/>
          </a:avLst>
        </a:prstGeom>
        <a:solidFill>
          <a:schemeClr val="accent5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ru-RU" sz="2800" kern="1200" dirty="0" smtClean="0"/>
            <a:t>Запись и изменение данных</a:t>
          </a:r>
          <a:endParaRPr lang="ru-RU" sz="2800" kern="1200" dirty="0"/>
        </a:p>
      </dsp:txBody>
      <dsp:txXfrm>
        <a:off x="6172378" y="1298441"/>
        <a:ext cx="2205818" cy="1398847"/>
      </dsp:txXfrm>
    </dsp:sp>
    <dsp:sp modelId="{6E5D1588-A82C-4BA8-B2B4-D0B2810A3AD4}">
      <dsp:nvSpPr>
        <dsp:cNvPr id="0" name=""/>
        <dsp:cNvSpPr/>
      </dsp:nvSpPr>
      <dsp:spPr>
        <a:xfrm>
          <a:off x="7376523" y="1558572"/>
          <a:ext cx="2745402" cy="2745402"/>
        </a:xfrm>
        <a:prstGeom prst="leftCircularArrow">
          <a:avLst>
            <a:gd name="adj1" fmla="val 3939"/>
            <a:gd name="adj2" fmla="val 493851"/>
            <a:gd name="adj3" fmla="val 2269362"/>
            <a:gd name="adj4" fmla="val 9024489"/>
            <a:gd name="adj5" fmla="val 4595"/>
          </a:avLst>
        </a:prstGeom>
        <a:solidFill>
          <a:schemeClr val="accent5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CD4D86A-6E33-4296-A6DC-938E558FE8F2}">
      <dsp:nvSpPr>
        <dsp:cNvPr id="0" name=""/>
        <dsp:cNvSpPr/>
      </dsp:nvSpPr>
      <dsp:spPr>
        <a:xfrm>
          <a:off x="6638382" y="2740809"/>
          <a:ext cx="2038096" cy="810483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5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7625" tIns="31750" rIns="47625" bIns="31750" numCol="1" spcCol="1270" anchor="ctr" anchorCtr="0">
          <a:noAutofit/>
        </a:bodyPr>
        <a:lstStyle/>
        <a:p>
          <a:pPr lvl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500" kern="1200" dirty="0" smtClean="0"/>
            <a:t>Сервер</a:t>
          </a:r>
          <a:endParaRPr lang="ru-RU" sz="2500" kern="1200" dirty="0"/>
        </a:p>
      </dsp:txBody>
      <dsp:txXfrm>
        <a:off x="6662120" y="2764547"/>
        <a:ext cx="1990620" cy="763007"/>
      </dsp:txXfrm>
    </dsp:sp>
    <dsp:sp modelId="{B37566E7-A105-40D7-89EB-B68B4034BFF8}">
      <dsp:nvSpPr>
        <dsp:cNvPr id="0" name=""/>
        <dsp:cNvSpPr/>
      </dsp:nvSpPr>
      <dsp:spPr>
        <a:xfrm>
          <a:off x="9191374" y="1254921"/>
          <a:ext cx="2292858" cy="1891129"/>
        </a:xfrm>
        <a:prstGeom prst="roundRect">
          <a:avLst>
            <a:gd name="adj" fmla="val 10000"/>
          </a:avLst>
        </a:prstGeom>
        <a:solidFill>
          <a:schemeClr val="accent5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ru-RU" sz="2800" kern="1200" dirty="0" smtClean="0"/>
            <a:t>Сохранение данных</a:t>
          </a:r>
          <a:endParaRPr lang="ru-RU" sz="2800" kern="1200" dirty="0"/>
        </a:p>
      </dsp:txBody>
      <dsp:txXfrm>
        <a:off x="9234894" y="1703683"/>
        <a:ext cx="2205818" cy="1398847"/>
      </dsp:txXfrm>
    </dsp:sp>
    <dsp:sp modelId="{7F332CBC-7192-444A-A853-03B68FBEE424}">
      <dsp:nvSpPr>
        <dsp:cNvPr id="0" name=""/>
        <dsp:cNvSpPr/>
      </dsp:nvSpPr>
      <dsp:spPr>
        <a:xfrm>
          <a:off x="9700898" y="849680"/>
          <a:ext cx="2038096" cy="810483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5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7625" tIns="31750" rIns="47625" bIns="31750" numCol="1" spcCol="1270" anchor="ctr" anchorCtr="0">
          <a:noAutofit/>
        </a:bodyPr>
        <a:lstStyle/>
        <a:p>
          <a:pPr lvl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500" kern="1200" dirty="0" smtClean="0"/>
            <a:t>База данных</a:t>
          </a:r>
          <a:endParaRPr lang="ru-RU" sz="2500" kern="1200" dirty="0"/>
        </a:p>
      </dsp:txBody>
      <dsp:txXfrm>
        <a:off x="9724636" y="873418"/>
        <a:ext cx="1990620" cy="76300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4">
  <dgm:title val=""/>
  <dgm:desc val=""/>
  <dgm:catLst>
    <dgm:cat type="process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tSp" refType="w"/>
      <dgm:constr type="h" for="ch" forName="tSp" refType="h" fact="0.15"/>
      <dgm:constr type="l" for="ch" forName="tSp"/>
      <dgm:constr type="t" for="ch" forName="tSp"/>
      <dgm:constr type="w" for="ch" forName="bSp" refType="w"/>
      <dgm:constr type="h" for="ch" forName="bSp" refType="h" fact="0.15"/>
      <dgm:constr type="l" for="ch" forName="bSp"/>
      <dgm:constr type="t" for="ch" forName="bSp" refType="h" fact="0.85"/>
      <dgm:constr type="w" for="ch" forName="process" refType="w"/>
      <dgm:constr type="h" for="ch" forName="process" refType="h" fact="0.7"/>
      <dgm:constr type="l" for="ch" forName="process"/>
      <dgm:constr type="t" for="ch" forName="process" refType="h" fact="0.15"/>
    </dgm:constrLst>
    <dgm:ruleLst/>
    <dgm:layoutNode name="tSp">
      <dgm:alg type="sp"/>
      <dgm:shape xmlns:r="http://schemas.openxmlformats.org/officeDocument/2006/relationships" r:blip="">
        <dgm:adjLst/>
      </dgm:shape>
      <dgm:presOf/>
      <dgm:constrLst/>
      <dgm:ruleLst/>
    </dgm:layoutNode>
    <dgm:layoutNode name="bSp">
      <dgm:alg type="sp"/>
      <dgm:shape xmlns:r="http://schemas.openxmlformats.org/officeDocument/2006/relationships" r:blip="">
        <dgm:adjLst/>
      </dgm:shape>
      <dgm:presOf/>
      <dgm:constrLst/>
      <dgm:ruleLst/>
    </dgm:layoutNode>
    <dgm:layoutNode name="process">
      <dgm:choose name="Name1">
        <dgm:if name="Name2" func="var" arg="dir" op="equ" val="norm">
          <dgm:alg type="lin">
            <dgm:param type="linDir" val="fromL"/>
          </dgm:alg>
        </dgm:if>
        <dgm:else name="Name3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osite1" refType="w"/>
        <dgm:constr type="w" for="ch" forName="composite2" refType="w" refFor="ch" refForName="composite1" op="equ"/>
        <dgm:constr type="h" for="ch" forName="composite1" refType="h"/>
        <dgm:constr type="h" for="ch" forName="composite2" refType="h" refFor="ch" refForName="composite1" op="equ"/>
        <dgm:constr type="primFontSz" for="des" forName="parentNode1" val="65"/>
        <dgm:constr type="primFontSz" for="des" forName="parentNode2" refType="primFontSz" refFor="des" refForName="parentNode1" op="equ"/>
        <dgm:constr type="secFontSz" for="des" forName="childNode1tx" val="65"/>
        <dgm:constr type="secFontSz" for="des" forName="childNode2tx" refType="secFontSz" refFor="des" refForName="childNode1tx" op="equ"/>
        <dgm:constr type="w" for="des" ptType="sibTrans" refType="w" refFor="ch" refForName="composite1" op="equ" fact="0.05"/>
      </dgm:constrLst>
      <dgm:ruleLst/>
      <dgm:forEach name="Name4" axis="ch" ptType="node" step="2">
        <dgm:layoutNode name="composite1">
          <dgm:alg type="composite">
            <dgm:param type="ar" val="0.943"/>
          </dgm:alg>
          <dgm:shape xmlns:r="http://schemas.openxmlformats.org/officeDocument/2006/relationships" r:blip="">
            <dgm:adjLst/>
          </dgm:shape>
          <dgm:presOf/>
          <dgm:choose name="Name5">
            <dgm:if name="Name6" func="var" arg="dir" op="equ" val="norm">
              <dgm:constrLst>
                <dgm:constr type="h" refType="w" fact="1.06"/>
                <dgm:constr type="w" for="ch" forName="dummyNode1" refType="w"/>
                <dgm:constr type="h" for="ch" forName="dummyNode1" refType="h"/>
                <dgm:constr type="t" for="ch" forName="dummyNode1"/>
                <dgm:constr type="l" for="ch" forName="dummyNode1"/>
                <dgm:constr type="w" for="ch" forName="childNode1" refType="w" fact="0.9"/>
                <dgm:constr type="h" for="ch" forName="childNode1" refType="h" fact="0.7"/>
                <dgm:constr type="t" for="ch" forName="childNode1" refType="h" fact="0.15"/>
                <dgm:constr type="l" for="ch" forName="childNode1"/>
                <dgm:constr type="w" for="ch" forName="childNode1tx" refType="w" fact="0.9"/>
                <dgm:constr type="h" for="ch" forName="childNode1tx" refType="h" fact="0.55"/>
                <dgm:constr type="t" for="ch" forName="childNode1tx" refType="h" fact="0.15"/>
                <dgm:constr type="l" for="ch" forName="childNode1tx"/>
                <dgm:constr type="w" for="ch" forName="parentNode1" refType="w" fact="0.8"/>
                <dgm:constr type="h" for="ch" forName="parentNode1" refType="h" fact="0.3"/>
                <dgm:constr type="t" for="ch" forName="parentNode1" refType="h" fact="0.7"/>
                <dgm:constr type="l" for="ch" forName="parentNode1" refType="w" fact="0.2"/>
                <dgm:constr type="w" for="ch" forName="connSite1" refType="w" fact="0.01"/>
                <dgm:constr type="h" for="ch" forName="connSite1" refType="h" fact="0.01"/>
                <dgm:constr type="t" for="ch" forName="connSite1"/>
                <dgm:constr type="l" for="ch" forName="connSite1" refType="w" fact="0.35"/>
              </dgm:constrLst>
            </dgm:if>
            <dgm:else name="Name7">
              <dgm:constrLst>
                <dgm:constr type="h" refType="w" fact="1.06"/>
                <dgm:constr type="w" for="ch" forName="dummyNode1" refType="w"/>
                <dgm:constr type="h" for="ch" forName="dummyNode1" refType="h"/>
                <dgm:constr type="t" for="ch" forName="dummyNode1"/>
                <dgm:constr type="l" for="ch" forName="dummyNode1"/>
                <dgm:constr type="w" for="ch" forName="childNode1" refType="w" fact="0.9"/>
                <dgm:constr type="h" for="ch" forName="childNode1" refType="h" fact="0.7"/>
                <dgm:constr type="t" for="ch" forName="childNode1" refType="h" fact="0.15"/>
                <dgm:constr type="l" for="ch" forName="childNode1" refType="w" fact="0.1"/>
                <dgm:constr type="w" for="ch" forName="childNode1tx" refType="w" fact="0.9"/>
                <dgm:constr type="h" for="ch" forName="childNode1tx" refType="h" fact="0.55"/>
                <dgm:constr type="t" for="ch" forName="childNode1tx" refType="h" fact="0.15"/>
                <dgm:constr type="l" for="ch" forName="childNode1tx" refType="w" fact="0.1"/>
                <dgm:constr type="w" for="ch" forName="parentNode1" refType="w" fact="0.8"/>
                <dgm:constr type="h" for="ch" forName="parentNode1" refType="h" fact="0.3"/>
                <dgm:constr type="t" for="ch" forName="parentNode1" refType="h" fact="0.7"/>
                <dgm:constr type="l" for="ch" forName="parentNode1"/>
                <dgm:constr type="w" for="ch" forName="connSite1" refType="w" fact="0.01"/>
                <dgm:constr type="h" for="ch" forName="connSite1" refType="h" fact="0.01"/>
                <dgm:constr type="t" for="ch" forName="connSite1"/>
                <dgm:constr type="l" for="ch" forName="connSite1" refType="w" fact="0.65"/>
              </dgm:constrLst>
            </dgm:else>
          </dgm:choose>
          <dgm:ruleLst/>
          <dgm:layoutNode name="dummyNode1">
            <dgm:alg type="sp"/>
            <dgm:shape xmlns:r="http://schemas.openxmlformats.org/officeDocument/2006/relationships" type="rect" r:blip="" hideGeom="1">
              <dgm:adjLst/>
            </dgm:shape>
            <dgm:presOf/>
            <dgm:constrLst/>
            <dgm:ruleLst/>
          </dgm:layoutNode>
          <dgm:layoutNode name="childNode1" styleLbl="bgAcc1">
            <dgm:varLst>
              <dgm:bulletEnabled val="1"/>
            </dgm:varLst>
            <dgm:alg type="sp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/>
            <dgm:ruleLst/>
          </dgm:layoutNode>
          <dgm:layoutNode name="childNode1tx" styleLbl="bgAcc1">
            <dgm:varLst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 hideGeom="1">
              <dgm:adjLst>
                <dgm:adj idx="1" val="0.1"/>
              </dgm:adjLst>
            </dgm:shape>
            <dgm:presOf axis="des" ptType="node"/>
            <dgm:constrLst>
              <dgm:constr type="secFontSz" val="65"/>
              <dgm:constr type="primFontSz" refType="secFontSz"/>
              <dgm:constr type="tMarg" refType="secFontSz" fact="0.15"/>
              <dgm:constr type="bMarg" refType="secFontSz" fact="0.15"/>
              <dgm:constr type="lMarg" refType="secFontSz" fact="0.15"/>
              <dgm:constr type="rMarg" refType="secFontSz" fact="0.15"/>
            </dgm:constrLst>
            <dgm:ruleLst>
              <dgm:rule type="secFontSz" val="5" fact="NaN" max="NaN"/>
            </dgm:ruleLst>
          </dgm:layoutNode>
          <dgm:layoutNode name="parentNode1" styleLbl="node1">
            <dgm:varLst>
              <dgm:chMax val="1"/>
              <dgm:bulletEnabled val="1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1"/>
              <dgm:constr type="bMarg" refType="primFontSz" fact="0.1"/>
              <dgm:constr type="lMarg" refType="primFontSz" fact="0.15"/>
              <dgm:constr type="rMarg" refType="primFontSz" fact="0.15"/>
            </dgm:constrLst>
            <dgm:ruleLst>
              <dgm:rule type="primFontSz" val="5" fact="NaN" max="NaN"/>
            </dgm:ruleLst>
          </dgm:layoutNode>
          <dgm:layoutNode name="connSite1" moveWith="childNode1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forEach name="Name8" axis="followSib" ptType="sibTrans" cnt="1">
          <dgm:layoutNode name="Name9">
            <dgm:alg type="conn">
              <dgm:param type="connRout" val="curve"/>
              <dgm:param type="srcNode" val="parentNode1"/>
              <dgm:param type="dstNode" val="connSite2"/>
              <dgm:param type="begPts" val="bCtr"/>
              <dgm:param type="endPts" val="bCtr"/>
            </dgm:alg>
            <dgm:shape xmlns:r="http://schemas.openxmlformats.org/officeDocument/2006/relationships" type="conn" r:blip="" zOrderOff="-2">
              <dgm:adjLst/>
            </dgm:shape>
            <dgm:presOf axis="self"/>
            <dgm:choose name="Name10">
              <dgm:if name="Name11" func="var" arg="dir" op="equ" val="norm">
                <dgm:constrLst>
                  <dgm:constr type="h" refType="w" fact="0.35"/>
                  <dgm:constr type="wArH" refType="h"/>
                  <dgm:constr type="hArH" refType="h"/>
                  <dgm:constr type="connDist"/>
                  <dgm:constr type="diam" refType="connDist" fact="-1.15"/>
                  <dgm:constr type="begPad"/>
                  <dgm:constr type="endPad"/>
                </dgm:constrLst>
              </dgm:if>
              <dgm:else name="Name12">
                <dgm:constrLst>
                  <dgm:constr type="h" refType="w" fact="0.35"/>
                  <dgm:constr type="wArH" refType="h"/>
                  <dgm:constr type="hArH" refType="h"/>
                  <dgm:constr type="connDist"/>
                  <dgm:constr type="diam" refType="connDist" fact="1.15"/>
                  <dgm:constr type="begPad"/>
                  <dgm:constr type="endPad"/>
                </dgm:constrLst>
              </dgm:else>
            </dgm:choose>
            <dgm:ruleLst/>
          </dgm:layoutNode>
        </dgm:forEach>
        <dgm:forEach name="Name13" axis="followSib" ptType="node" cnt="1">
          <dgm:layoutNode name="composite2">
            <dgm:alg type="composite">
              <dgm:param type="ar" val="0.943"/>
            </dgm:alg>
            <dgm:shape xmlns:r="http://schemas.openxmlformats.org/officeDocument/2006/relationships" r:blip="">
              <dgm:adjLst/>
            </dgm:shape>
            <dgm:presOf/>
            <dgm:choose name="Name14">
              <dgm:if name="Name15" func="var" arg="dir" op="equ" val="norm">
                <dgm:constrLst>
                  <dgm:constr type="h" refType="w" fact="1.06"/>
                  <dgm:constr type="w" for="ch" forName="dummyNode2" refType="w"/>
                  <dgm:constr type="h" for="ch" forName="dummyNode2" refType="h"/>
                  <dgm:constr type="t" for="ch" forName="dummyNode2"/>
                  <dgm:constr type="l" for="ch" forName="dummyNode2"/>
                  <dgm:constr type="w" for="ch" forName="childNode2" refType="w" fact="0.9"/>
                  <dgm:constr type="h" for="ch" forName="childNode2" refType="h" fact="0.7"/>
                  <dgm:constr type="t" for="ch" forName="childNode2" refType="h" fact="0.15"/>
                  <dgm:constr type="l" for="ch" forName="childNode2"/>
                  <dgm:constr type="w" for="ch" forName="childNode2tx" refType="w" fact="0.9"/>
                  <dgm:constr type="h" for="ch" forName="childNode2tx" refType="h" fact="0.55"/>
                  <dgm:constr type="t" for="ch" forName="childNode2tx" refType="h" fact="0.3"/>
                  <dgm:constr type="l" for="ch" forName="childNode2tx"/>
                  <dgm:constr type="w" for="ch" forName="parentNode2" refType="w" fact="0.8"/>
                  <dgm:constr type="h" for="ch" forName="parentNode2" refType="h" fact="0.3"/>
                  <dgm:constr type="t" for="ch" forName="parentNode2"/>
                  <dgm:constr type="l" for="ch" forName="parentNode2" refType="w" fact="0.2"/>
                  <dgm:constr type="w" for="ch" forName="connSite2" refType="w" fact="0.01"/>
                  <dgm:constr type="h" for="ch" forName="connSite2" refType="h" fact="0.01"/>
                  <dgm:constr type="t" for="ch" forName="connSite2" refType="h" fact="0.99"/>
                  <dgm:constr type="l" for="ch" forName="connSite2" refType="w" fact="0.25"/>
                </dgm:constrLst>
              </dgm:if>
              <dgm:else name="Name16">
                <dgm:constrLst>
                  <dgm:constr type="h" refType="w" fact="1.06"/>
                  <dgm:constr type="w" for="ch" forName="dummyNode2" refType="w"/>
                  <dgm:constr type="h" for="ch" forName="dummyNode2" refType="h"/>
                  <dgm:constr type="t" for="ch" forName="dummyNode2"/>
                  <dgm:constr type="l" for="ch" forName="dummyNode2"/>
                  <dgm:constr type="w" for="ch" forName="childNode2" refType="w" fact="0.9"/>
                  <dgm:constr type="h" for="ch" forName="childNode2" refType="h" fact="0.7"/>
                  <dgm:constr type="t" for="ch" forName="childNode2" refType="h" fact="0.15"/>
                  <dgm:constr type="l" for="ch" forName="childNode2" refType="w" fact="0.1"/>
                  <dgm:constr type="w" for="ch" forName="childNode2tx" refType="w" fact="0.9"/>
                  <dgm:constr type="h" for="ch" forName="childNode2tx" refType="h" fact="0.55"/>
                  <dgm:constr type="t" for="ch" forName="childNode2tx" refType="h" fact="0.3"/>
                  <dgm:constr type="l" for="ch" forName="childNode2tx" refType="w" fact="0.1"/>
                  <dgm:constr type="w" for="ch" forName="parentNode2" refType="w" fact="0.8"/>
                  <dgm:constr type="h" for="ch" forName="parentNode2" refType="h" fact="0.3"/>
                  <dgm:constr type="t" for="ch" forName="parentNode2"/>
                  <dgm:constr type="l" for="ch" forName="parentNode2"/>
                  <dgm:constr type="w" for="ch" forName="connSite2" refType="w" fact="0.01"/>
                  <dgm:constr type="h" for="ch" forName="connSite2" refType="h" fact="0.01"/>
                  <dgm:constr type="t" for="ch" forName="connSite2" refType="h" fact="0.99"/>
                  <dgm:constr type="l" for="ch" forName="connSite2" refType="w" fact="0.85"/>
                </dgm:constrLst>
              </dgm:else>
            </dgm:choose>
            <dgm:ruleLst/>
            <dgm:layoutNode name="dummyNode2">
              <dgm:alg type="sp"/>
              <dgm:shape xmlns:r="http://schemas.openxmlformats.org/officeDocument/2006/relationships" type="rect" r:blip="" hideGeom="1">
                <dgm:adjLst/>
              </dgm:shape>
              <dgm:presOf/>
              <dgm:constrLst/>
              <dgm:ruleLst/>
            </dgm:layoutNode>
            <dgm:layoutNode name="childNode2" styleLbl="bgAcc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des" ptType="node"/>
              <dgm:constrLst/>
              <dgm:ruleLst/>
            </dgm:layoutNode>
            <dgm:layoutNode name="childNode2tx" styleLbl="bgAcc1">
              <dgm:varLst>
                <dgm:bulletEnabled val="1"/>
              </dgm:varLst>
              <dgm:alg type="tx">
                <dgm:param type="stBulletLvl" val="1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des" ptType="node"/>
              <dgm:constrLst>
                <dgm:constr type="secFontSz" val="65"/>
                <dgm:constr type="primFontSz" refType="secFontSz"/>
                <dgm:constr type="tMarg" refType="secFontSz" fact="0.15"/>
                <dgm:constr type="bMarg" refType="secFontSz" fact="0.15"/>
                <dgm:constr type="lMarg" refType="secFontSz" fact="0.15"/>
                <dgm:constr type="rMarg" refType="secFontSz" fact="0.15"/>
              </dgm:constrLst>
              <dgm:ruleLst>
                <dgm:rule type="secFontSz" val="5" fact="NaN" max="NaN"/>
              </dgm:ruleLst>
            </dgm:layoutNode>
            <dgm:layoutNode name="parentNode2" styleLbl="node1">
              <dgm:varLst>
                <dgm:chMax val="0"/>
                <dgm:bulletEnabled val="1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connSite2" moveWith="childNode2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layoutNode>
          <dgm:forEach name="Name17" axis="followSib" ptType="sibTrans" cnt="1">
            <dgm:layoutNode name="Name18">
              <dgm:alg type="conn">
                <dgm:param type="connRout" val="curve"/>
                <dgm:param type="srcNode" val="parentNode2"/>
                <dgm:param type="dstNode" val="connSite1"/>
                <dgm:param type="begPts" val="tCtr"/>
                <dgm:param type="endPts" val="tCtr"/>
              </dgm:alg>
              <dgm:shape xmlns:r="http://schemas.openxmlformats.org/officeDocument/2006/relationships" type="conn" r:blip="" zOrderOff="-2">
                <dgm:adjLst/>
              </dgm:shape>
              <dgm:presOf axis="self"/>
              <dgm:choose name="Name19">
                <dgm:if name="Name20" func="var" arg="dir" op="equ" val="norm">
                  <dgm:constrLst>
                    <dgm:constr type="h" refType="w" fact="0.35"/>
                    <dgm:constr type="wArH" refType="h"/>
                    <dgm:constr type="hArH" refType="h"/>
                    <dgm:constr type="connDist"/>
                    <dgm:constr type="diam" refType="connDist" fact="1.15"/>
                    <dgm:constr type="begPad"/>
                    <dgm:constr type="endPad"/>
                  </dgm:constrLst>
                </dgm:if>
                <dgm:else name="Name21">
                  <dgm:constrLst>
                    <dgm:constr type="h" refType="w" fact="0.35"/>
                    <dgm:constr type="wArH" refType="h"/>
                    <dgm:constr type="hArH" refType="h"/>
                    <dgm:constr type="connDist"/>
                    <dgm:constr type="diam" refType="connDist" fact="-1.15"/>
                    <dgm:constr type="begPad"/>
                    <dgm:constr type="endPad"/>
                  </dgm:constrLst>
                </dgm:else>
              </dgm:choose>
              <dgm:ruleLst/>
            </dgm:layoutNode>
          </dgm:forEach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49966D-DC81-4E92-88FC-9841ED171197}" type="datetimeFigureOut">
              <a:rPr lang="ru-RU" smtClean="0"/>
              <a:t>11.11.2025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42432-29C6-43FE-9E80-3E99A9D148CD}" type="slidenum">
              <a:rPr lang="ru-RU" smtClean="0"/>
              <a:t>‹#›</a:t>
            </a:fld>
            <a:endParaRPr lang="ru-RU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864963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49966D-DC81-4E92-88FC-9841ED171197}" type="datetimeFigureOut">
              <a:rPr lang="ru-RU" smtClean="0"/>
              <a:t>11.11.2025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42432-29C6-43FE-9E80-3E99A9D148C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663984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49966D-DC81-4E92-88FC-9841ED171197}" type="datetimeFigureOut">
              <a:rPr lang="ru-RU" smtClean="0"/>
              <a:t>11.11.2025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42432-29C6-43FE-9E80-3E99A9D148CD}" type="slidenum">
              <a:rPr lang="ru-RU" smtClean="0"/>
              <a:t>‹#›</a:t>
            </a:fld>
            <a:endParaRPr lang="ru-RU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019354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8" y="1845734"/>
            <a:ext cx="4937760" cy="4023360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49966D-DC81-4E92-88FC-9841ED171197}" type="datetimeFigureOut">
              <a:rPr lang="ru-RU" smtClean="0"/>
              <a:t>11.11.2025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42432-29C6-43FE-9E80-3E99A9D148C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365814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49966D-DC81-4E92-88FC-9841ED171197}" type="datetimeFigureOut">
              <a:rPr lang="ru-RU" smtClean="0"/>
              <a:t>11.11.2025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42432-29C6-43FE-9E80-3E99A9D148C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053083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49966D-DC81-4E92-88FC-9841ED171197}" type="datetimeFigureOut">
              <a:rPr lang="ru-RU" smtClean="0"/>
              <a:t>11.11.2025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42432-29C6-43FE-9E80-3E99A9D148C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633038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49966D-DC81-4E92-88FC-9841ED171197}" type="datetimeFigureOut">
              <a:rPr lang="ru-RU" smtClean="0"/>
              <a:t>11.11.2025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42432-29C6-43FE-9E80-3E99A9D148C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179225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1149966D-DC81-4E92-88FC-9841ED171197}" type="datetimeFigureOut">
              <a:rPr lang="ru-RU" smtClean="0"/>
              <a:t>11.11.2025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FD42432-29C6-43FE-9E80-3E99A9D148C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081239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49966D-DC81-4E92-88FC-9841ED171197}" type="datetimeFigureOut">
              <a:rPr lang="ru-RU" smtClean="0"/>
              <a:t>11.11.2025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42432-29C6-43FE-9E80-3E99A9D148C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880655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49966D-DC81-4E92-88FC-9841ED171197}" type="datetimeFigureOut">
              <a:rPr lang="ru-RU" smtClean="0"/>
              <a:t>11.11.2025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42432-29C6-43FE-9E80-3E99A9D148C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029773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49966D-DC81-4E92-88FC-9841ED171197}" type="datetimeFigureOut">
              <a:rPr lang="ru-RU" smtClean="0"/>
              <a:t>11.11.2025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42432-29C6-43FE-9E80-3E99A9D148C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904957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1149966D-DC81-4E92-88FC-9841ED171197}" type="datetimeFigureOut">
              <a:rPr lang="ru-RU" smtClean="0"/>
              <a:t>11.11.2025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4FD42432-29C6-43FE-9E80-3E99A9D148CD}" type="slidenum">
              <a:rPr lang="ru-RU" smtClean="0"/>
              <a:t>‹#›</a:t>
            </a:fld>
            <a:endParaRPr lang="ru-RU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538117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ru-RU" sz="7200" dirty="0" smtClean="0"/>
              <a:t>Разработка мессенджера </a:t>
            </a:r>
            <a:r>
              <a:rPr lang="en-US" sz="7200" dirty="0" smtClean="0"/>
              <a:t>“</a:t>
            </a:r>
            <a:r>
              <a:rPr lang="en-US" sz="7200" dirty="0" err="1" smtClean="0"/>
              <a:t>EasyTalk</a:t>
            </a:r>
            <a:r>
              <a:rPr lang="en-US" sz="7200" dirty="0" smtClean="0"/>
              <a:t>”</a:t>
            </a:r>
            <a:endParaRPr lang="ru-RU" sz="7200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3552160" cy="1383705"/>
          </a:xfrm>
        </p:spPr>
        <p:txBody>
          <a:bodyPr>
            <a:normAutofit fontScale="77500" lnSpcReduction="20000"/>
          </a:bodyPr>
          <a:lstStyle/>
          <a:p>
            <a:r>
              <a:rPr lang="ru-RU" sz="3400" dirty="0" smtClean="0"/>
              <a:t>Студенты ИСПП-31</a:t>
            </a:r>
            <a:r>
              <a:rPr lang="en-US" sz="3400" dirty="0" smtClean="0"/>
              <a:t>:</a:t>
            </a:r>
          </a:p>
          <a:p>
            <a:r>
              <a:rPr lang="ru-RU" sz="3400" dirty="0" smtClean="0"/>
              <a:t>Слёзкин Д.И.</a:t>
            </a:r>
          </a:p>
          <a:p>
            <a:r>
              <a:rPr lang="ru-RU" sz="3400" dirty="0" smtClean="0"/>
              <a:t>Фетисов М.С.</a:t>
            </a:r>
          </a:p>
          <a:p>
            <a:endParaRPr lang="ru-RU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2396690" y="309135"/>
            <a:ext cx="7459579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lang="ru-RU" sz="1400" b="1" dirty="0">
                <a:latin typeface="+mj-lt"/>
                <a:ea typeface="Times New Roman" panose="02020603050405020304" pitchFamily="18" charset="0"/>
              </a:rPr>
              <a:t>ФЕДЕРАЛЬНОЕ ГОСУДАРСТВЕННОЕ БЮДЖЕТНОЕ ОБРАЗОВАТЕЛЬНОЕ</a:t>
            </a:r>
            <a:endParaRPr lang="ru-RU" sz="1400" dirty="0">
              <a:latin typeface="+mj-lt"/>
              <a:ea typeface="Times New Roman" panose="02020603050405020304" pitchFamily="18" charset="0"/>
            </a:endParaRPr>
          </a:p>
          <a:p>
            <a:pPr algn="ctr">
              <a:spcAft>
                <a:spcPts val="0"/>
              </a:spcAft>
            </a:pPr>
            <a:r>
              <a:rPr lang="ru-RU" sz="1400" b="1" dirty="0">
                <a:latin typeface="+mj-lt"/>
                <a:ea typeface="Times New Roman" panose="02020603050405020304" pitchFamily="18" charset="0"/>
              </a:rPr>
              <a:t>УЧРЕЖДЕНИЕ ВЫСШЕГО ОБРАЗОВАНИЯ</a:t>
            </a:r>
            <a:endParaRPr lang="ru-RU" sz="1400" dirty="0">
              <a:latin typeface="+mj-lt"/>
              <a:ea typeface="Times New Roman" panose="02020603050405020304" pitchFamily="18" charset="0"/>
            </a:endParaRPr>
          </a:p>
          <a:p>
            <a:pPr algn="ctr">
              <a:spcAft>
                <a:spcPts val="0"/>
              </a:spcAft>
            </a:pPr>
            <a:r>
              <a:rPr lang="ru-RU" sz="1400" b="1" dirty="0">
                <a:latin typeface="+mj-lt"/>
                <a:ea typeface="Times New Roman" panose="02020603050405020304" pitchFamily="18" charset="0"/>
              </a:rPr>
              <a:t>«САНКТ-ПЕТЕРБУРГСКИЙ ГОСУДАРСТВЕННЫЙ УНИВЕРСИТЕТ ТЕЛЕКОММУНИКАЦИЙ ИМ. ПРОФ. М.А. БОНЧ-БРУЕВИЧА»</a:t>
            </a:r>
            <a:endParaRPr lang="ru-RU" sz="1400" dirty="0">
              <a:latin typeface="+mj-lt"/>
              <a:ea typeface="Times New Roman" panose="02020603050405020304" pitchFamily="18" charset="0"/>
            </a:endParaRPr>
          </a:p>
          <a:p>
            <a:pPr algn="ctr">
              <a:spcAft>
                <a:spcPts val="0"/>
              </a:spcAft>
            </a:pPr>
            <a:r>
              <a:rPr lang="ru-RU" sz="1400" b="1" dirty="0">
                <a:latin typeface="+mj-lt"/>
                <a:ea typeface="Times New Roman" panose="02020603050405020304" pitchFamily="18" charset="0"/>
              </a:rPr>
              <a:t>(</a:t>
            </a:r>
            <a:r>
              <a:rPr lang="ru-RU" sz="1400" b="1" dirty="0" err="1" smtClean="0">
                <a:latin typeface="+mj-lt"/>
                <a:ea typeface="Times New Roman" panose="02020603050405020304" pitchFamily="18" charset="0"/>
              </a:rPr>
              <a:t>СПбГУТ</a:t>
            </a:r>
            <a:r>
              <a:rPr lang="ru-RU" sz="1400" b="1" dirty="0" smtClean="0">
                <a:latin typeface="+mj-lt"/>
                <a:ea typeface="Times New Roman" panose="02020603050405020304" pitchFamily="18" charset="0"/>
              </a:rPr>
              <a:t>) </a:t>
            </a:r>
            <a:endParaRPr lang="ru-RU" sz="1400" dirty="0" smtClean="0">
              <a:latin typeface="+mj-lt"/>
              <a:ea typeface="Times New Roman" panose="02020603050405020304" pitchFamily="18" charset="0"/>
            </a:endParaRPr>
          </a:p>
          <a:p>
            <a:pPr algn="ctr">
              <a:spcAft>
                <a:spcPts val="0"/>
              </a:spcAft>
            </a:pPr>
            <a:r>
              <a:rPr lang="ru-RU" sz="1400" b="1" dirty="0" smtClean="0">
                <a:latin typeface="+mj-lt"/>
                <a:ea typeface="Times New Roman" panose="02020603050405020304" pitchFamily="18" charset="0"/>
              </a:rPr>
              <a:t>АРХАНГЕЛЬСКИЙ </a:t>
            </a:r>
            <a:r>
              <a:rPr lang="ru-RU" sz="1400" b="1" dirty="0">
                <a:latin typeface="+mj-lt"/>
                <a:ea typeface="Times New Roman" panose="02020603050405020304" pitchFamily="18" charset="0"/>
              </a:rPr>
              <a:t>КОЛЛЕДЖ ТЕЛЕКОММУНИКАЦИЙ</a:t>
            </a:r>
            <a:endParaRPr lang="ru-RU" sz="1400" dirty="0">
              <a:latin typeface="+mj-lt"/>
              <a:ea typeface="Times New Roman" panose="02020603050405020304" pitchFamily="18" charset="0"/>
            </a:endParaRPr>
          </a:p>
          <a:p>
            <a:pPr algn="ctr">
              <a:spcAft>
                <a:spcPts val="0"/>
              </a:spcAft>
            </a:pPr>
            <a:r>
              <a:rPr lang="ru-RU" sz="1400" b="1" dirty="0">
                <a:latin typeface="+mj-lt"/>
                <a:ea typeface="Times New Roman" panose="02020603050405020304" pitchFamily="18" charset="0"/>
              </a:rPr>
              <a:t>ИМ. Б.Л. РОЗИНГА (ФИЛИАЛ) </a:t>
            </a:r>
            <a:r>
              <a:rPr lang="ru-RU" sz="1400" b="1" dirty="0" err="1">
                <a:latin typeface="+mj-lt"/>
                <a:ea typeface="Times New Roman" panose="02020603050405020304" pitchFamily="18" charset="0"/>
              </a:rPr>
              <a:t>СПбГУТ</a:t>
            </a:r>
            <a:endParaRPr lang="ru-RU" sz="1400" dirty="0">
              <a:latin typeface="+mj-lt"/>
              <a:ea typeface="Times New Roman" panose="02020603050405020304" pitchFamily="18" charset="0"/>
            </a:endParaRPr>
          </a:p>
          <a:p>
            <a:pPr algn="ctr">
              <a:spcAft>
                <a:spcPts val="0"/>
              </a:spcAft>
            </a:pPr>
            <a:r>
              <a:rPr lang="ru-RU" sz="1400" b="1" dirty="0">
                <a:latin typeface="+mj-lt"/>
                <a:ea typeface="Times New Roman" panose="02020603050405020304" pitchFamily="18" charset="0"/>
              </a:rPr>
              <a:t>(АКТ (ф) </a:t>
            </a:r>
            <a:r>
              <a:rPr lang="ru-RU" sz="1400" b="1" dirty="0" err="1">
                <a:latin typeface="+mj-lt"/>
                <a:ea typeface="Times New Roman" panose="02020603050405020304" pitchFamily="18" charset="0"/>
              </a:rPr>
              <a:t>СПбГУТ</a:t>
            </a:r>
            <a:r>
              <a:rPr lang="ru-RU" sz="1400" b="1" dirty="0">
                <a:latin typeface="+mj-lt"/>
                <a:ea typeface="Times New Roman" panose="02020603050405020304" pitchFamily="18" charset="0"/>
              </a:rPr>
              <a:t>)</a:t>
            </a:r>
            <a:endParaRPr lang="ru-RU" sz="1400" dirty="0">
              <a:latin typeface="+mj-lt"/>
              <a:ea typeface="Times New Roman" panose="02020603050405020304" pitchFamily="18" charset="0"/>
            </a:endParaRPr>
          </a:p>
        </p:txBody>
      </p:sp>
      <p:sp>
        <p:nvSpPr>
          <p:cNvPr id="7" name="Подзаголовок 2"/>
          <p:cNvSpPr txBox="1">
            <a:spLocks/>
          </p:cNvSpPr>
          <p:nvPr/>
        </p:nvSpPr>
        <p:spPr>
          <a:xfrm>
            <a:off x="7900299" y="4451535"/>
            <a:ext cx="3255381" cy="138370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None/>
              <a:defRPr sz="2400" kern="1200" cap="all" spc="200" baseline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800" dirty="0" smtClean="0"/>
              <a:t>Преподаватель</a:t>
            </a:r>
            <a:r>
              <a:rPr lang="en-US" sz="2800" dirty="0" smtClean="0"/>
              <a:t>:</a:t>
            </a:r>
          </a:p>
          <a:p>
            <a:r>
              <a:rPr lang="ru-RU" sz="2800" dirty="0" smtClean="0"/>
              <a:t>Садовский Р.В.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19143464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Информация</a:t>
            </a:r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20075" y="3617540"/>
            <a:ext cx="3368741" cy="2903576"/>
          </a:xfrm>
          <a:prstGeom prst="rect">
            <a:avLst/>
          </a:prstGeom>
        </p:spPr>
      </p:pic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097280" y="3080084"/>
            <a:ext cx="10058400" cy="1379621"/>
          </a:xfrm>
        </p:spPr>
        <p:txBody>
          <a:bodyPr>
            <a:noAutofit/>
          </a:bodyPr>
          <a:lstStyle/>
          <a:p>
            <a:r>
              <a:rPr lang="ru-RU" sz="3200" dirty="0" smtClean="0"/>
              <a:t>Мессенджер— </a:t>
            </a:r>
            <a:r>
              <a:rPr lang="ru-RU" sz="3200" dirty="0"/>
              <a:t>программа </a:t>
            </a:r>
            <a:r>
              <a:rPr lang="ru-RU" sz="3200" dirty="0" smtClean="0"/>
              <a:t>для обмена </a:t>
            </a:r>
            <a:r>
              <a:rPr lang="ru-RU" sz="3200" dirty="0"/>
              <a:t>сообщениями, а также изображениями, видео- и аудиозаписями между </a:t>
            </a:r>
            <a:r>
              <a:rPr lang="ru-RU" sz="3200" dirty="0" smtClean="0"/>
              <a:t>людьми через </a:t>
            </a:r>
            <a:r>
              <a:rPr lang="ru-RU" sz="3200" dirty="0"/>
              <a:t>интернет</a:t>
            </a:r>
            <a:r>
              <a:rPr lang="ru-RU" sz="3200" dirty="0" smtClean="0"/>
              <a:t>.</a:t>
            </a:r>
            <a:endParaRPr lang="ru-RU" sz="3200"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53233" y="170848"/>
            <a:ext cx="1164589" cy="1491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17563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Актуальность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097280" y="2006156"/>
            <a:ext cx="7741920" cy="4023360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ru-RU" sz="3600" dirty="0" smtClean="0"/>
              <a:t> Обеспечивает доступное и удобное общение</a:t>
            </a:r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ru-RU" sz="3600" dirty="0"/>
              <a:t> </a:t>
            </a:r>
            <a:r>
              <a:rPr lang="ru-RU" sz="3600" dirty="0" smtClean="0"/>
              <a:t>Предоставляет доступ к важной информации</a:t>
            </a:r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ru-RU" sz="3600" dirty="0"/>
              <a:t> </a:t>
            </a:r>
            <a:r>
              <a:rPr lang="ru-RU" sz="3600" dirty="0" smtClean="0"/>
              <a:t>Позволяет адаптироваться к новым технологиям</a:t>
            </a:r>
            <a:endParaRPr lang="ru-RU" sz="3600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62211" y="2297320"/>
            <a:ext cx="3441032" cy="3441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31605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Цели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652210" y="1845734"/>
            <a:ext cx="6503469" cy="4023360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ru-RU" sz="3600" dirty="0" smtClean="0"/>
              <a:t> Приложение должно быть интуитивно понятным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3600" dirty="0"/>
              <a:t> </a:t>
            </a:r>
            <a:r>
              <a:rPr lang="ru-RU" sz="3600" dirty="0" smtClean="0"/>
              <a:t>Возможность для людей из разных стран общаться в нашем мессенджере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3600" dirty="0"/>
              <a:t> </a:t>
            </a:r>
            <a:r>
              <a:rPr lang="ru-RU" sz="3600" dirty="0" smtClean="0"/>
              <a:t>Доступность мессенджера на любых устройствах</a:t>
            </a:r>
            <a:endParaRPr lang="ru-RU" sz="3600" dirty="0"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7280" y="2079948"/>
            <a:ext cx="3202005" cy="3202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74144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Задачи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4023360"/>
          </a:xfrm>
        </p:spPr>
        <p:txBody>
          <a:bodyPr>
            <a:normAutofit/>
          </a:bodyPr>
          <a:lstStyle/>
          <a:p>
            <a:pPr marL="742950" indent="-742950">
              <a:buFont typeface="+mj-lt"/>
              <a:buAutoNum type="arabicPeriod"/>
            </a:pPr>
            <a:r>
              <a:rPr lang="ru-RU" sz="3600" dirty="0" smtClean="0"/>
              <a:t>Создание простого интерфейса </a:t>
            </a:r>
            <a:endParaRPr lang="en-US" sz="3600" dirty="0" smtClean="0"/>
          </a:p>
          <a:p>
            <a:pPr marL="742950" indent="-742950">
              <a:buFont typeface="+mj-lt"/>
              <a:buAutoNum type="arabicPeriod"/>
            </a:pPr>
            <a:r>
              <a:rPr lang="ru-RU" sz="3600" dirty="0" smtClean="0"/>
              <a:t>Позволить людям настраивать вид приложения под свои нужды</a:t>
            </a:r>
          </a:p>
          <a:p>
            <a:pPr marL="742950" indent="-742950">
              <a:buFont typeface="+mj-lt"/>
              <a:buAutoNum type="arabicPeriod"/>
            </a:pPr>
            <a:r>
              <a:rPr lang="ru-RU" sz="3600" dirty="0" smtClean="0"/>
              <a:t>Поддержка нескольких языков</a:t>
            </a:r>
          </a:p>
          <a:p>
            <a:pPr marL="742950" indent="-742950">
              <a:buFont typeface="+mj-lt"/>
              <a:buAutoNum type="arabicPeriod"/>
            </a:pPr>
            <a:r>
              <a:rPr lang="ru-RU" sz="3600" dirty="0" smtClean="0"/>
              <a:t>Создание клиента мессенджера на различных устройствах</a:t>
            </a:r>
            <a:endParaRPr lang="ru-RU" sz="3600"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10075" y="5376075"/>
            <a:ext cx="1481925" cy="1481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82759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Используемые технологии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097280" y="2218357"/>
            <a:ext cx="6330215" cy="909854"/>
          </a:xfrm>
        </p:spPr>
        <p:txBody>
          <a:bodyPr>
            <a:noAutofit/>
          </a:bodyPr>
          <a:lstStyle/>
          <a:p>
            <a:r>
              <a:rPr lang="en-US" sz="2800" dirty="0" err="1" smtClean="0"/>
              <a:t>Kotlin</a:t>
            </a:r>
            <a:r>
              <a:rPr lang="en-US" sz="2800" dirty="0" smtClean="0"/>
              <a:t>, Swift </a:t>
            </a:r>
            <a:r>
              <a:rPr lang="ru-RU" sz="2800" dirty="0" smtClean="0"/>
              <a:t>– позволяют разработать приложение на смартфоны.</a:t>
            </a:r>
            <a:endParaRPr lang="ru-RU" sz="2800" dirty="0"/>
          </a:p>
        </p:txBody>
      </p:sp>
      <p:sp>
        <p:nvSpPr>
          <p:cNvPr id="4" name="Объект 2"/>
          <p:cNvSpPr txBox="1">
            <a:spLocks/>
          </p:cNvSpPr>
          <p:nvPr/>
        </p:nvSpPr>
        <p:spPr>
          <a:xfrm>
            <a:off x="5707577" y="3474007"/>
            <a:ext cx="5608320" cy="873403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 smtClean="0"/>
              <a:t>SQL</a:t>
            </a:r>
            <a:r>
              <a:rPr lang="ru-RU" sz="2800" dirty="0" smtClean="0"/>
              <a:t> – используется для работы с базами данных.</a:t>
            </a:r>
            <a:endParaRPr lang="ru-RU" sz="2800" dirty="0"/>
          </a:p>
        </p:txBody>
      </p:sp>
      <p:sp>
        <p:nvSpPr>
          <p:cNvPr id="5" name="Объект 2"/>
          <p:cNvSpPr txBox="1">
            <a:spLocks/>
          </p:cNvSpPr>
          <p:nvPr/>
        </p:nvSpPr>
        <p:spPr>
          <a:xfrm>
            <a:off x="1097280" y="4693206"/>
            <a:ext cx="6635016" cy="1173836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 smtClean="0"/>
              <a:t>JavaScript</a:t>
            </a:r>
            <a:r>
              <a:rPr lang="ru-RU" sz="2800" dirty="0" smtClean="0"/>
              <a:t> – позволяет разработать приложение, которое будет работать в браузере.</a:t>
            </a:r>
            <a:endParaRPr lang="ru-RU" sz="2800" dirty="0"/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45753" y="1525994"/>
            <a:ext cx="2026994" cy="1521415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531" y="2522504"/>
            <a:ext cx="2203366" cy="697803"/>
          </a:xfrm>
          <a:prstGeom prst="rect">
            <a:avLst/>
          </a:prstGeom>
        </p:spPr>
      </p:pic>
      <p:pic>
        <p:nvPicPr>
          <p:cNvPr id="10" name="Рисунок 9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5974" y="3047409"/>
            <a:ext cx="3084841" cy="1615157"/>
          </a:xfrm>
          <a:prstGeom prst="rect">
            <a:avLst/>
          </a:prstGeom>
        </p:spPr>
      </p:pic>
      <p:pic>
        <p:nvPicPr>
          <p:cNvPr id="11" name="Рисунок 1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531" y="4601110"/>
            <a:ext cx="1552093" cy="15520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03201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Взаимодействие пользователя с приложением</a:t>
            </a:r>
            <a:endParaRPr lang="ru-RU" dirty="0"/>
          </a:p>
        </p:txBody>
      </p:sp>
      <p:graphicFrame>
        <p:nvGraphicFramePr>
          <p:cNvPr id="4" name="Схема 3"/>
          <p:cNvGraphicFramePr/>
          <p:nvPr>
            <p:extLst>
              <p:ext uri="{D42A27DB-BD31-4B8C-83A1-F6EECF244321}">
                <p14:modId xmlns:p14="http://schemas.microsoft.com/office/powerpoint/2010/main" val="2834846090"/>
              </p:ext>
            </p:extLst>
          </p:nvPr>
        </p:nvGraphicFramePr>
        <p:xfrm>
          <a:off x="192505" y="1737360"/>
          <a:ext cx="11742821" cy="440097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2204000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Тестирование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097280" y="2327889"/>
            <a:ext cx="6073540" cy="3639774"/>
          </a:xfrm>
        </p:spPr>
        <p:txBody>
          <a:bodyPr>
            <a:no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ru-RU" sz="4000" dirty="0" smtClean="0"/>
              <a:t> </a:t>
            </a:r>
            <a:r>
              <a:rPr lang="en-US" sz="4000" dirty="0" smtClean="0"/>
              <a:t>A/B </a:t>
            </a:r>
            <a:r>
              <a:rPr lang="ru-RU" sz="4000" dirty="0" smtClean="0"/>
              <a:t>тестирование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4000" dirty="0"/>
              <a:t> </a:t>
            </a:r>
            <a:r>
              <a:rPr lang="ru-RU" sz="4000" dirty="0" smtClean="0"/>
              <a:t>Методом черного ящика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4000" dirty="0"/>
              <a:t> </a:t>
            </a:r>
            <a:r>
              <a:rPr lang="ru-RU" sz="4000" dirty="0" smtClean="0"/>
              <a:t>Удобства использования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4000" dirty="0"/>
              <a:t> </a:t>
            </a:r>
            <a:r>
              <a:rPr lang="ru-RU" sz="4000" dirty="0" smtClean="0"/>
              <a:t>Совместимости</a:t>
            </a:r>
            <a:endParaRPr lang="ru-RU" sz="4000"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70820" y="2085473"/>
            <a:ext cx="4248719" cy="3540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70013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95151" y="143116"/>
            <a:ext cx="10462660" cy="1589431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Заключение</a:t>
            </a:r>
            <a:br>
              <a:rPr lang="ru-RU" dirty="0" smtClean="0"/>
            </a:br>
            <a:r>
              <a:rPr lang="ru-RU" dirty="0" smtClean="0"/>
              <a:t>Почему должны выбрать наше приложение?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95151" y="1845734"/>
            <a:ext cx="8794281" cy="4023360"/>
          </a:xfrm>
        </p:spPr>
        <p:txBody>
          <a:bodyPr>
            <a:normAutofit/>
          </a:bodyPr>
          <a:lstStyle/>
          <a:p>
            <a:r>
              <a:rPr lang="ru-RU" sz="4000" dirty="0" smtClean="0"/>
              <a:t>Наше приложение</a:t>
            </a:r>
            <a:r>
              <a:rPr lang="en-US" sz="4000" dirty="0" smtClean="0"/>
              <a:t>:</a:t>
            </a:r>
            <a:endParaRPr lang="ru-RU" sz="4000" dirty="0" smtClean="0"/>
          </a:p>
          <a:p>
            <a:pPr marL="742950" indent="-742950">
              <a:buFont typeface="+mj-lt"/>
              <a:buAutoNum type="arabicPeriod"/>
            </a:pPr>
            <a:r>
              <a:rPr lang="ru-RU" sz="4000" dirty="0" smtClean="0"/>
              <a:t>Просто в использовании</a:t>
            </a:r>
            <a:r>
              <a:rPr lang="en-US" sz="4000" dirty="0"/>
              <a:t>,</a:t>
            </a:r>
            <a:endParaRPr lang="ru-RU" sz="4000" dirty="0" smtClean="0"/>
          </a:p>
          <a:p>
            <a:pPr marL="742950" indent="-742950">
              <a:buFont typeface="+mj-lt"/>
              <a:buAutoNum type="arabicPeriod"/>
            </a:pPr>
            <a:r>
              <a:rPr lang="ru-RU" sz="4000" dirty="0" smtClean="0"/>
              <a:t>Безопасно</a:t>
            </a:r>
            <a:r>
              <a:rPr lang="en-US" sz="4000" dirty="0"/>
              <a:t>,</a:t>
            </a:r>
            <a:endParaRPr lang="ru-RU" sz="4000" dirty="0" smtClean="0"/>
          </a:p>
          <a:p>
            <a:pPr marL="742950" indent="-742950">
              <a:buFont typeface="+mj-lt"/>
              <a:buAutoNum type="arabicPeriod"/>
            </a:pPr>
            <a:r>
              <a:rPr lang="ru-RU" sz="4000" dirty="0"/>
              <a:t>П</a:t>
            </a:r>
            <a:r>
              <a:rPr lang="ru-RU" sz="4000" dirty="0" smtClean="0"/>
              <a:t>омогает поддерживать общение с близкими</a:t>
            </a:r>
            <a:r>
              <a:rPr lang="en-US" sz="4000" dirty="0"/>
              <a:t>.</a:t>
            </a:r>
            <a:endParaRPr lang="ru-RU" sz="4000" dirty="0"/>
          </a:p>
        </p:txBody>
      </p:sp>
    </p:spTree>
    <p:extLst>
      <p:ext uri="{BB962C8B-B14F-4D97-AF65-F5344CB8AC3E}">
        <p14:creationId xmlns:p14="http://schemas.microsoft.com/office/powerpoint/2010/main" val="11782314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ru-RU" sz="7200" dirty="0" smtClean="0"/>
              <a:t>Разработка мессенджера </a:t>
            </a:r>
            <a:r>
              <a:rPr lang="en-US" sz="7200" dirty="0" smtClean="0"/>
              <a:t>“</a:t>
            </a:r>
            <a:r>
              <a:rPr lang="en-US" sz="7200" dirty="0" err="1" smtClean="0"/>
              <a:t>EasyTalk</a:t>
            </a:r>
            <a:r>
              <a:rPr lang="en-US" sz="7200" dirty="0" smtClean="0"/>
              <a:t>”</a:t>
            </a:r>
            <a:endParaRPr lang="ru-RU" sz="7200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3552160" cy="1383705"/>
          </a:xfrm>
        </p:spPr>
        <p:txBody>
          <a:bodyPr>
            <a:normAutofit fontScale="77500" lnSpcReduction="20000"/>
          </a:bodyPr>
          <a:lstStyle/>
          <a:p>
            <a:r>
              <a:rPr lang="ru-RU" sz="3400" dirty="0" smtClean="0"/>
              <a:t>Студенты ИСПП-31</a:t>
            </a:r>
            <a:r>
              <a:rPr lang="en-US" sz="3400" dirty="0" smtClean="0"/>
              <a:t>:</a:t>
            </a:r>
          </a:p>
          <a:p>
            <a:r>
              <a:rPr lang="ru-RU" sz="3400" dirty="0" smtClean="0"/>
              <a:t>Слёзкин Д.И.</a:t>
            </a:r>
          </a:p>
          <a:p>
            <a:r>
              <a:rPr lang="ru-RU" sz="3400" dirty="0" smtClean="0"/>
              <a:t>Фетисов М.С.</a:t>
            </a:r>
          </a:p>
          <a:p>
            <a:endParaRPr lang="ru-RU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2396690" y="309135"/>
            <a:ext cx="7459579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lang="ru-RU" sz="1400" b="1" dirty="0">
                <a:latin typeface="+mj-lt"/>
                <a:ea typeface="Times New Roman" panose="02020603050405020304" pitchFamily="18" charset="0"/>
              </a:rPr>
              <a:t>ФЕДЕРАЛЬНОЕ ГОСУДАРСТВЕННОЕ БЮДЖЕТНОЕ ОБРАЗОВАТЕЛЬНОЕ</a:t>
            </a:r>
            <a:endParaRPr lang="ru-RU" sz="1400" dirty="0">
              <a:latin typeface="+mj-lt"/>
              <a:ea typeface="Times New Roman" panose="02020603050405020304" pitchFamily="18" charset="0"/>
            </a:endParaRPr>
          </a:p>
          <a:p>
            <a:pPr algn="ctr">
              <a:spcAft>
                <a:spcPts val="0"/>
              </a:spcAft>
            </a:pPr>
            <a:r>
              <a:rPr lang="ru-RU" sz="1400" b="1" dirty="0">
                <a:latin typeface="+mj-lt"/>
                <a:ea typeface="Times New Roman" panose="02020603050405020304" pitchFamily="18" charset="0"/>
              </a:rPr>
              <a:t>УЧРЕЖДЕНИЕ ВЫСШЕГО ОБРАЗОВАНИЯ</a:t>
            </a:r>
            <a:endParaRPr lang="ru-RU" sz="1400" dirty="0">
              <a:latin typeface="+mj-lt"/>
              <a:ea typeface="Times New Roman" panose="02020603050405020304" pitchFamily="18" charset="0"/>
            </a:endParaRPr>
          </a:p>
          <a:p>
            <a:pPr algn="ctr">
              <a:spcAft>
                <a:spcPts val="0"/>
              </a:spcAft>
            </a:pPr>
            <a:r>
              <a:rPr lang="ru-RU" sz="1400" b="1" dirty="0">
                <a:latin typeface="+mj-lt"/>
                <a:ea typeface="Times New Roman" panose="02020603050405020304" pitchFamily="18" charset="0"/>
              </a:rPr>
              <a:t>«САНКТ-ПЕТЕРБУРГСКИЙ ГОСУДАРСТВЕННЫЙ УНИВЕРСИТЕТ ТЕЛЕКОММУНИКАЦИЙ ИМ. ПРОФ. М.А. БОНЧ-БРУЕВИЧА»</a:t>
            </a:r>
            <a:endParaRPr lang="ru-RU" sz="1400" dirty="0">
              <a:latin typeface="+mj-lt"/>
              <a:ea typeface="Times New Roman" panose="02020603050405020304" pitchFamily="18" charset="0"/>
            </a:endParaRPr>
          </a:p>
          <a:p>
            <a:pPr algn="ctr">
              <a:spcAft>
                <a:spcPts val="0"/>
              </a:spcAft>
            </a:pPr>
            <a:r>
              <a:rPr lang="ru-RU" sz="1400" b="1" dirty="0">
                <a:latin typeface="+mj-lt"/>
                <a:ea typeface="Times New Roman" panose="02020603050405020304" pitchFamily="18" charset="0"/>
              </a:rPr>
              <a:t>(</a:t>
            </a:r>
            <a:r>
              <a:rPr lang="ru-RU" sz="1400" b="1" dirty="0" err="1" smtClean="0">
                <a:latin typeface="+mj-lt"/>
                <a:ea typeface="Times New Roman" panose="02020603050405020304" pitchFamily="18" charset="0"/>
              </a:rPr>
              <a:t>СПбГУТ</a:t>
            </a:r>
            <a:r>
              <a:rPr lang="ru-RU" sz="1400" b="1" dirty="0" smtClean="0">
                <a:latin typeface="+mj-lt"/>
                <a:ea typeface="Times New Roman" panose="02020603050405020304" pitchFamily="18" charset="0"/>
              </a:rPr>
              <a:t>) </a:t>
            </a:r>
            <a:endParaRPr lang="ru-RU" sz="1400" dirty="0" smtClean="0">
              <a:latin typeface="+mj-lt"/>
              <a:ea typeface="Times New Roman" panose="02020603050405020304" pitchFamily="18" charset="0"/>
            </a:endParaRPr>
          </a:p>
          <a:p>
            <a:pPr algn="ctr">
              <a:spcAft>
                <a:spcPts val="0"/>
              </a:spcAft>
            </a:pPr>
            <a:r>
              <a:rPr lang="ru-RU" sz="1400" b="1" dirty="0" smtClean="0">
                <a:latin typeface="+mj-lt"/>
                <a:ea typeface="Times New Roman" panose="02020603050405020304" pitchFamily="18" charset="0"/>
              </a:rPr>
              <a:t>АРХАНГЕЛЬСКИЙ </a:t>
            </a:r>
            <a:r>
              <a:rPr lang="ru-RU" sz="1400" b="1" dirty="0">
                <a:latin typeface="+mj-lt"/>
                <a:ea typeface="Times New Roman" panose="02020603050405020304" pitchFamily="18" charset="0"/>
              </a:rPr>
              <a:t>КОЛЛЕДЖ ТЕЛЕКОММУНИКАЦИЙ</a:t>
            </a:r>
            <a:endParaRPr lang="ru-RU" sz="1400" dirty="0">
              <a:latin typeface="+mj-lt"/>
              <a:ea typeface="Times New Roman" panose="02020603050405020304" pitchFamily="18" charset="0"/>
            </a:endParaRPr>
          </a:p>
          <a:p>
            <a:pPr algn="ctr">
              <a:spcAft>
                <a:spcPts val="0"/>
              </a:spcAft>
            </a:pPr>
            <a:r>
              <a:rPr lang="ru-RU" sz="1400" b="1" dirty="0">
                <a:latin typeface="+mj-lt"/>
                <a:ea typeface="Times New Roman" panose="02020603050405020304" pitchFamily="18" charset="0"/>
              </a:rPr>
              <a:t>ИМ. Б.Л. РОЗИНГА (ФИЛИАЛ) </a:t>
            </a:r>
            <a:r>
              <a:rPr lang="ru-RU" sz="1400" b="1" dirty="0" err="1">
                <a:latin typeface="+mj-lt"/>
                <a:ea typeface="Times New Roman" panose="02020603050405020304" pitchFamily="18" charset="0"/>
              </a:rPr>
              <a:t>СПбГУТ</a:t>
            </a:r>
            <a:endParaRPr lang="ru-RU" sz="1400" dirty="0">
              <a:latin typeface="+mj-lt"/>
              <a:ea typeface="Times New Roman" panose="02020603050405020304" pitchFamily="18" charset="0"/>
            </a:endParaRPr>
          </a:p>
          <a:p>
            <a:pPr algn="ctr">
              <a:spcAft>
                <a:spcPts val="0"/>
              </a:spcAft>
            </a:pPr>
            <a:r>
              <a:rPr lang="ru-RU" sz="1400" b="1" dirty="0">
                <a:latin typeface="+mj-lt"/>
                <a:ea typeface="Times New Roman" panose="02020603050405020304" pitchFamily="18" charset="0"/>
              </a:rPr>
              <a:t>(АКТ (ф) </a:t>
            </a:r>
            <a:r>
              <a:rPr lang="ru-RU" sz="1400" b="1" dirty="0" err="1">
                <a:latin typeface="+mj-lt"/>
                <a:ea typeface="Times New Roman" panose="02020603050405020304" pitchFamily="18" charset="0"/>
              </a:rPr>
              <a:t>СПбГУТ</a:t>
            </a:r>
            <a:r>
              <a:rPr lang="ru-RU" sz="1400" b="1" dirty="0">
                <a:latin typeface="+mj-lt"/>
                <a:ea typeface="Times New Roman" panose="02020603050405020304" pitchFamily="18" charset="0"/>
              </a:rPr>
              <a:t>)</a:t>
            </a:r>
            <a:endParaRPr lang="ru-RU" sz="1400" dirty="0">
              <a:latin typeface="+mj-lt"/>
              <a:ea typeface="Times New Roman" panose="02020603050405020304" pitchFamily="18" charset="0"/>
            </a:endParaRPr>
          </a:p>
        </p:txBody>
      </p:sp>
      <p:sp>
        <p:nvSpPr>
          <p:cNvPr id="7" name="Подзаголовок 2"/>
          <p:cNvSpPr txBox="1">
            <a:spLocks/>
          </p:cNvSpPr>
          <p:nvPr/>
        </p:nvSpPr>
        <p:spPr>
          <a:xfrm>
            <a:off x="7900299" y="4451535"/>
            <a:ext cx="3255381" cy="138370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None/>
              <a:defRPr sz="2400" kern="1200" cap="all" spc="200" baseline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800" dirty="0" smtClean="0"/>
              <a:t>Преподаватель</a:t>
            </a:r>
            <a:r>
              <a:rPr lang="en-US" sz="2800" dirty="0" smtClean="0"/>
              <a:t>:</a:t>
            </a:r>
          </a:p>
          <a:p>
            <a:r>
              <a:rPr lang="ru-RU" sz="2800" dirty="0" smtClean="0"/>
              <a:t>Садовский Р.В.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27858060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Ретро">
  <a:themeElements>
    <a:clrScheme name="Ретро">
      <a:dk1>
        <a:sysClr val="windowText" lastClr="000000"/>
      </a:dk1>
      <a:lt1>
        <a:sysClr val="window" lastClr="FFFFFF"/>
      </a:lt1>
      <a:dk2>
        <a:srgbClr val="514949"/>
      </a:dk2>
      <a:lt2>
        <a:srgbClr val="E1E1DB"/>
      </a:lt2>
      <a:accent1>
        <a:srgbClr val="9DBFBE"/>
      </a:accent1>
      <a:accent2>
        <a:srgbClr val="DB8631"/>
      </a:accent2>
      <a:accent3>
        <a:srgbClr val="E3CC5A"/>
      </a:accent3>
      <a:accent4>
        <a:srgbClr val="ACADA8"/>
      </a:accent4>
      <a:accent5>
        <a:srgbClr val="927C61"/>
      </a:accent5>
      <a:accent6>
        <a:srgbClr val="B3B435"/>
      </a:accent6>
      <a:hlink>
        <a:srgbClr val="0000FF"/>
      </a:hlink>
      <a:folHlink>
        <a:srgbClr val="800080"/>
      </a:folHlink>
    </a:clrScheme>
    <a:fontScheme name="Ретро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Ретро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243AF7DC-D15B-41C0-AE81-23980D1B9FC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95</TotalTime>
  <Words>252</Words>
  <Application>Microsoft Office PowerPoint</Application>
  <PresentationFormat>Широкоэкранный</PresentationFormat>
  <Paragraphs>64</Paragraphs>
  <Slides>10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Times New Roman</vt:lpstr>
      <vt:lpstr>Ретро</vt:lpstr>
      <vt:lpstr>Разработка мессенджера “EasyTalk”</vt:lpstr>
      <vt:lpstr>Информация</vt:lpstr>
      <vt:lpstr>Актуальность</vt:lpstr>
      <vt:lpstr>Цели</vt:lpstr>
      <vt:lpstr>Задачи</vt:lpstr>
      <vt:lpstr>Используемые технологии</vt:lpstr>
      <vt:lpstr>Взаимодействие пользователя с приложением</vt:lpstr>
      <vt:lpstr>Тестирование</vt:lpstr>
      <vt:lpstr>Заключение Почему должны выбрать наше приложение?</vt:lpstr>
      <vt:lpstr>Разработка мессенджера “EasyTalk”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221</dc:creator>
  <cp:lastModifiedBy>221</cp:lastModifiedBy>
  <cp:revision>32</cp:revision>
  <dcterms:created xsi:type="dcterms:W3CDTF">2025-11-11T05:37:31Z</dcterms:created>
  <dcterms:modified xsi:type="dcterms:W3CDTF">2025-11-11T07:13:07Z</dcterms:modified>
</cp:coreProperties>
</file>